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941C94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A88FF8-EE1E-4EFF-A5DA-3B4ABBC82B20}" v="91" dt="2026-08-26T18:05:53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ti Jain" userId="4f75983fbe71f58a" providerId="LiveId" clId="{54AC4AEE-B8B6-483E-B962-7BA53C8E9512}"/>
    <pc:docChg chg="undo custSel addSld modSld sldOrd">
      <pc:chgData name="Shruti Jain" userId="4f75983fbe71f58a" providerId="LiveId" clId="{54AC4AEE-B8B6-483E-B962-7BA53C8E9512}" dt="2026-08-26T18:08:50.941" v="4109" actId="14100"/>
      <pc:docMkLst>
        <pc:docMk/>
      </pc:docMkLst>
      <pc:sldChg chg="modSp mod">
        <pc:chgData name="Shruti Jain" userId="4f75983fbe71f58a" providerId="LiveId" clId="{54AC4AEE-B8B6-483E-B962-7BA53C8E9512}" dt="2026-08-23T08:43:02.123" v="2541" actId="20577"/>
        <pc:sldMkLst>
          <pc:docMk/>
          <pc:sldMk cId="3547747287" sldId="256"/>
        </pc:sldMkLst>
        <pc:spChg chg="mod">
          <ac:chgData name="Shruti Jain" userId="4f75983fbe71f58a" providerId="LiveId" clId="{54AC4AEE-B8B6-483E-B962-7BA53C8E9512}" dt="2026-08-23T08:41:19.139" v="2339" actId="20577"/>
          <ac:spMkLst>
            <pc:docMk/>
            <pc:sldMk cId="3547747287" sldId="256"/>
            <ac:spMk id="16" creationId="{49C72F0D-F0D4-5862-108A-FAA3EDE3398B}"/>
          </ac:spMkLst>
        </pc:spChg>
        <pc:spChg chg="mod">
          <ac:chgData name="Shruti Jain" userId="4f75983fbe71f58a" providerId="LiveId" clId="{54AC4AEE-B8B6-483E-B962-7BA53C8E9512}" dt="2026-08-23T08:42:07.472" v="2443" actId="20577"/>
          <ac:spMkLst>
            <pc:docMk/>
            <pc:sldMk cId="3547747287" sldId="256"/>
            <ac:spMk id="17" creationId="{5A6A9300-ACD5-E06E-A3C8-BB9E6D94B1CE}"/>
          </ac:spMkLst>
        </pc:spChg>
        <pc:graphicFrameChg chg="modGraphic">
          <ac:chgData name="Shruti Jain" userId="4f75983fbe71f58a" providerId="LiveId" clId="{54AC4AEE-B8B6-483E-B962-7BA53C8E9512}" dt="2026-08-23T08:43:02.123" v="2541" actId="20577"/>
          <ac:graphicFrameMkLst>
            <pc:docMk/>
            <pc:sldMk cId="3547747287" sldId="256"/>
            <ac:graphicFrameMk id="15" creationId="{7F54F06D-39B8-7968-742E-2A01A927D426}"/>
          </ac:graphicFrameMkLst>
        </pc:graphicFrameChg>
      </pc:sldChg>
      <pc:sldChg chg="addSp delSp modSp new mod">
        <pc:chgData name="Shruti Jain" userId="4f75983fbe71f58a" providerId="LiveId" clId="{54AC4AEE-B8B6-483E-B962-7BA53C8E9512}" dt="2026-08-23T08:40:31.862" v="2257" actId="20577"/>
        <pc:sldMkLst>
          <pc:docMk/>
          <pc:sldMk cId="3311262000" sldId="257"/>
        </pc:sldMkLst>
        <pc:spChg chg="mod">
          <ac:chgData name="Shruti Jain" userId="4f75983fbe71f58a" providerId="LiveId" clId="{54AC4AEE-B8B6-483E-B962-7BA53C8E9512}" dt="2026-08-22T17:57:34.397" v="448" actId="27636"/>
          <ac:spMkLst>
            <pc:docMk/>
            <pc:sldMk cId="3311262000" sldId="257"/>
            <ac:spMk id="2" creationId="{9481AC40-9B64-52D7-2D63-47D6C7BA2E83}"/>
          </ac:spMkLst>
        </pc:spChg>
        <pc:spChg chg="add mod">
          <ac:chgData name="Shruti Jain" userId="4f75983fbe71f58a" providerId="LiveId" clId="{54AC4AEE-B8B6-483E-B962-7BA53C8E9512}" dt="2026-08-23T08:38:48.236" v="2107" actId="20577"/>
          <ac:spMkLst>
            <pc:docMk/>
            <pc:sldMk cId="3311262000" sldId="257"/>
            <ac:spMk id="4" creationId="{1B3D1F92-C268-EB52-9FA9-6065B7E9EDDB}"/>
          </ac:spMkLst>
        </pc:spChg>
        <pc:spChg chg="add mod">
          <ac:chgData name="Shruti Jain" userId="4f75983fbe71f58a" providerId="LiveId" clId="{54AC4AEE-B8B6-483E-B962-7BA53C8E9512}" dt="2026-08-23T08:38:59.514" v="2140" actId="20577"/>
          <ac:spMkLst>
            <pc:docMk/>
            <pc:sldMk cId="3311262000" sldId="257"/>
            <ac:spMk id="6" creationId="{2AEFCBEA-9894-96C2-D2C5-22F5E547FA71}"/>
          </ac:spMkLst>
        </pc:spChg>
        <pc:spChg chg="add mod">
          <ac:chgData name="Shruti Jain" userId="4f75983fbe71f58a" providerId="LiveId" clId="{54AC4AEE-B8B6-483E-B962-7BA53C8E9512}" dt="2026-08-23T08:39:49.766" v="2221" actId="20577"/>
          <ac:spMkLst>
            <pc:docMk/>
            <pc:sldMk cId="3311262000" sldId="257"/>
            <ac:spMk id="10" creationId="{5986CF39-5885-2244-953B-E8EA0BDC5AC6}"/>
          </ac:spMkLst>
        </pc:spChg>
        <pc:spChg chg="add mod">
          <ac:chgData name="Shruti Jain" userId="4f75983fbe71f58a" providerId="LiveId" clId="{54AC4AEE-B8B6-483E-B962-7BA53C8E9512}" dt="2026-08-23T07:06:38.128" v="1084" actId="1076"/>
          <ac:spMkLst>
            <pc:docMk/>
            <pc:sldMk cId="3311262000" sldId="257"/>
            <ac:spMk id="11" creationId="{B4E6DD8D-72F9-3F7E-F4FC-6297C4FEDC87}"/>
          </ac:spMkLst>
        </pc:spChg>
        <pc:spChg chg="add mod">
          <ac:chgData name="Shruti Jain" userId="4f75983fbe71f58a" providerId="LiveId" clId="{54AC4AEE-B8B6-483E-B962-7BA53C8E9512}" dt="2026-08-23T08:39:05.838" v="2158" actId="20577"/>
          <ac:spMkLst>
            <pc:docMk/>
            <pc:sldMk cId="3311262000" sldId="257"/>
            <ac:spMk id="13" creationId="{7E1D3D3E-915A-BFE5-5962-AE90485C22D4}"/>
          </ac:spMkLst>
        </pc:spChg>
        <pc:spChg chg="add mod">
          <ac:chgData name="Shruti Jain" userId="4f75983fbe71f58a" providerId="LiveId" clId="{54AC4AEE-B8B6-483E-B962-7BA53C8E9512}" dt="2026-08-23T08:39:18.934" v="2184" actId="20577"/>
          <ac:spMkLst>
            <pc:docMk/>
            <pc:sldMk cId="3311262000" sldId="257"/>
            <ac:spMk id="15" creationId="{2682B5DE-54A4-A1F6-3277-C7BB85E0309E}"/>
          </ac:spMkLst>
        </pc:spChg>
        <pc:spChg chg="add mod">
          <ac:chgData name="Shruti Jain" userId="4f75983fbe71f58a" providerId="LiveId" clId="{54AC4AEE-B8B6-483E-B962-7BA53C8E9512}" dt="2026-08-23T08:39:12.673" v="2174" actId="20577"/>
          <ac:spMkLst>
            <pc:docMk/>
            <pc:sldMk cId="3311262000" sldId="257"/>
            <ac:spMk id="17" creationId="{CA1AC7F7-08B5-62A0-89FA-169111A5473C}"/>
          </ac:spMkLst>
        </pc:spChg>
        <pc:spChg chg="add mod">
          <ac:chgData name="Shruti Jain" userId="4f75983fbe71f58a" providerId="LiveId" clId="{54AC4AEE-B8B6-483E-B962-7BA53C8E9512}" dt="2026-08-23T08:37:07.047" v="1906" actId="20577"/>
          <ac:spMkLst>
            <pc:docMk/>
            <pc:sldMk cId="3311262000" sldId="257"/>
            <ac:spMk id="19" creationId="{0F6A04E6-7CAA-1FAA-7193-86141D2BB7C1}"/>
          </ac:spMkLst>
        </pc:spChg>
        <pc:spChg chg="add mod">
          <ac:chgData name="Shruti Jain" userId="4f75983fbe71f58a" providerId="LiveId" clId="{54AC4AEE-B8B6-483E-B962-7BA53C8E9512}" dt="2026-08-23T06:36:44.302" v="905" actId="20577"/>
          <ac:spMkLst>
            <pc:docMk/>
            <pc:sldMk cId="3311262000" sldId="257"/>
            <ac:spMk id="20" creationId="{1FAE74CC-EF09-592F-E5FD-E1BD09150076}"/>
          </ac:spMkLst>
        </pc:spChg>
        <pc:spChg chg="add del mod">
          <ac:chgData name="Shruti Jain" userId="4f75983fbe71f58a" providerId="LiveId" clId="{54AC4AEE-B8B6-483E-B962-7BA53C8E9512}" dt="2026-08-23T08:37:12.277" v="1919" actId="20577"/>
          <ac:spMkLst>
            <pc:docMk/>
            <pc:sldMk cId="3311262000" sldId="257"/>
            <ac:spMk id="21" creationId="{80E45C0E-DFBE-F5EF-9AE2-F5FB5A228E8A}"/>
          </ac:spMkLst>
        </pc:spChg>
        <pc:spChg chg="add mod">
          <ac:chgData name="Shruti Jain" userId="4f75983fbe71f58a" providerId="LiveId" clId="{54AC4AEE-B8B6-483E-B962-7BA53C8E9512}" dt="2026-08-23T08:37:16.464" v="1927" actId="20577"/>
          <ac:spMkLst>
            <pc:docMk/>
            <pc:sldMk cId="3311262000" sldId="257"/>
            <ac:spMk id="30" creationId="{D67E1651-50E0-104B-F394-4F2477D1AD31}"/>
          </ac:spMkLst>
        </pc:spChg>
        <pc:spChg chg="add mod">
          <ac:chgData name="Shruti Jain" userId="4f75983fbe71f58a" providerId="LiveId" clId="{54AC4AEE-B8B6-483E-B962-7BA53C8E9512}" dt="2026-08-23T08:37:26.180" v="1939" actId="20577"/>
          <ac:spMkLst>
            <pc:docMk/>
            <pc:sldMk cId="3311262000" sldId="257"/>
            <ac:spMk id="31" creationId="{A3163858-98F3-F17E-9022-392D738533B2}"/>
          </ac:spMkLst>
        </pc:spChg>
        <pc:spChg chg="add mod">
          <ac:chgData name="Shruti Jain" userId="4f75983fbe71f58a" providerId="LiveId" clId="{54AC4AEE-B8B6-483E-B962-7BA53C8E9512}" dt="2026-08-23T08:37:41.561" v="1973" actId="20577"/>
          <ac:spMkLst>
            <pc:docMk/>
            <pc:sldMk cId="3311262000" sldId="257"/>
            <ac:spMk id="41" creationId="{2FD6417F-231E-500C-EB54-94CAF30908EE}"/>
          </ac:spMkLst>
        </pc:spChg>
        <pc:spChg chg="add mod">
          <ac:chgData name="Shruti Jain" userId="4f75983fbe71f58a" providerId="LiveId" clId="{54AC4AEE-B8B6-483E-B962-7BA53C8E9512}" dt="2026-08-23T08:37:33.913" v="1955" actId="20577"/>
          <ac:spMkLst>
            <pc:docMk/>
            <pc:sldMk cId="3311262000" sldId="257"/>
            <ac:spMk id="43" creationId="{9F2E90B9-EEA7-A7CB-37A8-5638EE385AD1}"/>
          </ac:spMkLst>
        </pc:spChg>
        <pc:spChg chg="add mod">
          <ac:chgData name="Shruti Jain" userId="4f75983fbe71f58a" providerId="LiveId" clId="{54AC4AEE-B8B6-483E-B962-7BA53C8E9512}" dt="2026-08-23T08:37:50.950" v="1997" actId="20577"/>
          <ac:spMkLst>
            <pc:docMk/>
            <pc:sldMk cId="3311262000" sldId="257"/>
            <ac:spMk id="45" creationId="{20134887-5491-AA96-3653-FD1581A5F45F}"/>
          </ac:spMkLst>
        </pc:spChg>
        <pc:spChg chg="add mod">
          <ac:chgData name="Shruti Jain" userId="4f75983fbe71f58a" providerId="LiveId" clId="{54AC4AEE-B8B6-483E-B962-7BA53C8E9512}" dt="2026-08-23T08:40:31.862" v="2257" actId="20577"/>
          <ac:spMkLst>
            <pc:docMk/>
            <pc:sldMk cId="3311262000" sldId="257"/>
            <ac:spMk id="63" creationId="{2E249F3A-2D03-9C22-9B1F-6F819401D258}"/>
          </ac:spMkLst>
        </pc:spChg>
        <pc:spChg chg="add mod">
          <ac:chgData name="Shruti Jain" userId="4f75983fbe71f58a" providerId="LiveId" clId="{54AC4AEE-B8B6-483E-B962-7BA53C8E9512}" dt="2026-08-23T08:39:32.972" v="2187" actId="14100"/>
          <ac:spMkLst>
            <pc:docMk/>
            <pc:sldMk cId="3311262000" sldId="257"/>
            <ac:spMk id="64" creationId="{581B275D-0340-0068-6A13-8647CEC4454F}"/>
          </ac:spMkLst>
        </pc:spChg>
        <pc:spChg chg="add mod">
          <ac:chgData name="Shruti Jain" userId="4f75983fbe71f58a" providerId="LiveId" clId="{54AC4AEE-B8B6-483E-B962-7BA53C8E9512}" dt="2026-08-23T08:38:15.343" v="2051" actId="20577"/>
          <ac:spMkLst>
            <pc:docMk/>
            <pc:sldMk cId="3311262000" sldId="257"/>
            <ac:spMk id="65" creationId="{E22C61B6-1A46-3D75-96F8-00C41A24CB39}"/>
          </ac:spMkLst>
        </pc:spChg>
        <pc:cxnChg chg="add mod">
          <ac:chgData name="Shruti Jain" userId="4f75983fbe71f58a" providerId="LiveId" clId="{54AC4AEE-B8B6-483E-B962-7BA53C8E9512}" dt="2026-08-22T17:59:11.646" v="468" actId="1076"/>
          <ac:cxnSpMkLst>
            <pc:docMk/>
            <pc:sldMk cId="3311262000" sldId="257"/>
            <ac:cxnSpMk id="29" creationId="{DC2407C0-C9F3-C231-1454-624C1763F1AA}"/>
          </ac:cxnSpMkLst>
        </pc:cxnChg>
        <pc:cxnChg chg="add mod">
          <ac:chgData name="Shruti Jain" userId="4f75983fbe71f58a" providerId="LiveId" clId="{54AC4AEE-B8B6-483E-B962-7BA53C8E9512}" dt="2026-08-22T18:07:51.501" v="618" actId="14100"/>
          <ac:cxnSpMkLst>
            <pc:docMk/>
            <pc:sldMk cId="3311262000" sldId="257"/>
            <ac:cxnSpMk id="38" creationId="{F11C0F29-C1C0-3896-9CDF-F277F8F7A4BD}"/>
          </ac:cxnSpMkLst>
        </pc:cxnChg>
        <pc:cxnChg chg="add mod">
          <ac:chgData name="Shruti Jain" userId="4f75983fbe71f58a" providerId="LiveId" clId="{54AC4AEE-B8B6-483E-B962-7BA53C8E9512}" dt="2026-08-22T18:10:54.548" v="775" actId="1076"/>
          <ac:cxnSpMkLst>
            <pc:docMk/>
            <pc:sldMk cId="3311262000" sldId="257"/>
            <ac:cxnSpMk id="47" creationId="{97D8061F-DB42-EAC1-F2A0-A15CAFCDE06F}"/>
          </ac:cxnSpMkLst>
        </pc:cxnChg>
        <pc:cxnChg chg="add mod">
          <ac:chgData name="Shruti Jain" userId="4f75983fbe71f58a" providerId="LiveId" clId="{54AC4AEE-B8B6-483E-B962-7BA53C8E9512}" dt="2026-08-22T18:10:58.897" v="776" actId="1076"/>
          <ac:cxnSpMkLst>
            <pc:docMk/>
            <pc:sldMk cId="3311262000" sldId="257"/>
            <ac:cxnSpMk id="49" creationId="{FF595035-E07F-58DA-9B4E-AA9A25889873}"/>
          </ac:cxnSpMkLst>
        </pc:cxnChg>
        <pc:cxnChg chg="add mod">
          <ac:chgData name="Shruti Jain" userId="4f75983fbe71f58a" providerId="LiveId" clId="{54AC4AEE-B8B6-483E-B962-7BA53C8E9512}" dt="2026-08-22T18:10:49.234" v="774" actId="1076"/>
          <ac:cxnSpMkLst>
            <pc:docMk/>
            <pc:sldMk cId="3311262000" sldId="257"/>
            <ac:cxnSpMk id="53" creationId="{E6FD291B-8F0F-7463-2D6F-ADDABE89BB49}"/>
          </ac:cxnSpMkLst>
        </pc:cxnChg>
        <pc:cxnChg chg="add mod">
          <ac:chgData name="Shruti Jain" userId="4f75983fbe71f58a" providerId="LiveId" clId="{54AC4AEE-B8B6-483E-B962-7BA53C8E9512}" dt="2026-08-23T06:40:08.535" v="917" actId="13822"/>
          <ac:cxnSpMkLst>
            <pc:docMk/>
            <pc:sldMk cId="3311262000" sldId="257"/>
            <ac:cxnSpMk id="61" creationId="{F0A9D098-E943-5AE9-99DD-35804A2D30D6}"/>
          </ac:cxnSpMkLst>
        </pc:cxnChg>
      </pc:sldChg>
      <pc:sldChg chg="addSp delSp modSp new mod">
        <pc:chgData name="Shruti Jain" userId="4f75983fbe71f58a" providerId="LiveId" clId="{54AC4AEE-B8B6-483E-B962-7BA53C8E9512}" dt="2026-08-26T18:08:50.941" v="4109" actId="14100"/>
        <pc:sldMkLst>
          <pc:docMk/>
          <pc:sldMk cId="2632757883" sldId="258"/>
        </pc:sldMkLst>
        <pc:spChg chg="add del mod">
          <ac:chgData name="Shruti Jain" userId="4f75983fbe71f58a" providerId="LiveId" clId="{54AC4AEE-B8B6-483E-B962-7BA53C8E9512}" dt="2026-08-25T02:11:05.428" v="3974"/>
          <ac:spMkLst>
            <pc:docMk/>
            <pc:sldMk cId="2632757883" sldId="258"/>
            <ac:spMk id="7" creationId="{8456CB09-5091-9E0C-3CC3-A73CB20658A8}"/>
          </ac:spMkLst>
        </pc:spChg>
        <pc:graphicFrameChg chg="add del mod">
          <ac:chgData name="Shruti Jain" userId="4f75983fbe71f58a" providerId="LiveId" clId="{54AC4AEE-B8B6-483E-B962-7BA53C8E9512}" dt="2026-08-26T18:05:56.068" v="4072" actId="478"/>
          <ac:graphicFrameMkLst>
            <pc:docMk/>
            <pc:sldMk cId="2632757883" sldId="258"/>
            <ac:graphicFrameMk id="4" creationId="{6BA7F994-D5A1-B28F-A4F6-83FABE5AA3C0}"/>
          </ac:graphicFrameMkLst>
        </pc:graphicFrameChg>
        <pc:graphicFrameChg chg="add del mod">
          <ac:chgData name="Shruti Jain" userId="4f75983fbe71f58a" providerId="LiveId" clId="{54AC4AEE-B8B6-483E-B962-7BA53C8E9512}" dt="2026-08-26T03:08:06.662" v="4022" actId="21"/>
          <ac:graphicFrameMkLst>
            <pc:docMk/>
            <pc:sldMk cId="2632757883" sldId="258"/>
            <ac:graphicFrameMk id="4" creationId="{D420F0F7-1755-0E53-49AF-E1459C39D07C}"/>
          </ac:graphicFrameMkLst>
        </pc:graphicFrameChg>
        <pc:graphicFrameChg chg="add mod modGraphic">
          <ac:chgData name="Shruti Jain" userId="4f75983fbe71f58a" providerId="LiveId" clId="{54AC4AEE-B8B6-483E-B962-7BA53C8E9512}" dt="2026-08-26T18:08:30.937" v="4101" actId="1076"/>
          <ac:graphicFrameMkLst>
            <pc:docMk/>
            <pc:sldMk cId="2632757883" sldId="258"/>
            <ac:graphicFrameMk id="5" creationId="{47BEBE66-20CB-2506-E696-090D99ECB146}"/>
          </ac:graphicFrameMkLst>
        </pc:graphicFrameChg>
        <pc:graphicFrameChg chg="add del mod">
          <ac:chgData name="Shruti Jain" userId="4f75983fbe71f58a" providerId="LiveId" clId="{54AC4AEE-B8B6-483E-B962-7BA53C8E9512}" dt="2026-08-26T03:17:14.162" v="4028" actId="21"/>
          <ac:graphicFrameMkLst>
            <pc:docMk/>
            <pc:sldMk cId="2632757883" sldId="258"/>
            <ac:graphicFrameMk id="8" creationId="{718DC292-6FD0-D4BA-6AB1-62CBC9F69B1F}"/>
          </ac:graphicFrameMkLst>
        </pc:graphicFrameChg>
        <pc:graphicFrameChg chg="add del mod">
          <ac:chgData name="Shruti Jain" userId="4f75983fbe71f58a" providerId="LiveId" clId="{54AC4AEE-B8B6-483E-B962-7BA53C8E9512}" dt="2026-08-26T16:24:03.967" v="4060" actId="478"/>
          <ac:graphicFrameMkLst>
            <pc:docMk/>
            <pc:sldMk cId="2632757883" sldId="258"/>
            <ac:graphicFrameMk id="11" creationId="{04AEAA93-FF4A-7FCF-F2A4-0B6C71E921F3}"/>
          </ac:graphicFrameMkLst>
        </pc:graphicFrameChg>
        <pc:picChg chg="add mod">
          <ac:chgData name="Shruti Jain" userId="4f75983fbe71f58a" providerId="LiveId" clId="{54AC4AEE-B8B6-483E-B962-7BA53C8E9512}" dt="2026-08-26T18:08:35.550" v="4103" actId="1076"/>
          <ac:picMkLst>
            <pc:docMk/>
            <pc:sldMk cId="2632757883" sldId="258"/>
            <ac:picMk id="6" creationId="{CAB65026-1F56-A4C7-87FD-422569AA0C98}"/>
          </ac:picMkLst>
        </pc:picChg>
        <pc:picChg chg="add mod">
          <ac:chgData name="Shruti Jain" userId="4f75983fbe71f58a" providerId="LiveId" clId="{54AC4AEE-B8B6-483E-B962-7BA53C8E9512}" dt="2026-08-26T18:08:48.113" v="4108" actId="1076"/>
          <ac:picMkLst>
            <pc:docMk/>
            <pc:sldMk cId="2632757883" sldId="258"/>
            <ac:picMk id="7" creationId="{F70E3B37-446A-35E8-577F-BF5D472020CF}"/>
          </ac:picMkLst>
        </pc:picChg>
        <pc:picChg chg="add mod">
          <ac:chgData name="Shruti Jain" userId="4f75983fbe71f58a" providerId="LiveId" clId="{54AC4AEE-B8B6-483E-B962-7BA53C8E9512}" dt="2026-08-26T18:08:45.348" v="4107" actId="14100"/>
          <ac:picMkLst>
            <pc:docMk/>
            <pc:sldMk cId="2632757883" sldId="258"/>
            <ac:picMk id="8" creationId="{7DCCB944-9A88-C496-C131-DED95C13D92A}"/>
          </ac:picMkLst>
        </pc:picChg>
        <pc:picChg chg="add mod">
          <ac:chgData name="Shruti Jain" userId="4f75983fbe71f58a" providerId="LiveId" clId="{54AC4AEE-B8B6-483E-B962-7BA53C8E9512}" dt="2026-08-26T18:08:50.941" v="4109" actId="14100"/>
          <ac:picMkLst>
            <pc:docMk/>
            <pc:sldMk cId="2632757883" sldId="258"/>
            <ac:picMk id="9" creationId="{4B5E3493-A115-B7D3-0A81-745B34191088}"/>
          </ac:picMkLst>
        </pc:picChg>
      </pc:sldChg>
      <pc:sldChg chg="addSp delSp modSp new mod ord">
        <pc:chgData name="Shruti Jain" userId="4f75983fbe71f58a" providerId="LiveId" clId="{54AC4AEE-B8B6-483E-B962-7BA53C8E9512}" dt="2026-08-26T02:41:39.993" v="4006" actId="20577"/>
        <pc:sldMkLst>
          <pc:docMk/>
          <pc:sldMk cId="2517467086" sldId="259"/>
        </pc:sldMkLst>
        <pc:spChg chg="add mod">
          <ac:chgData name="Shruti Jain" userId="4f75983fbe71f58a" providerId="LiveId" clId="{54AC4AEE-B8B6-483E-B962-7BA53C8E9512}" dt="2026-08-26T02:41:31.827" v="4001" actId="20577"/>
          <ac:spMkLst>
            <pc:docMk/>
            <pc:sldMk cId="2517467086" sldId="259"/>
            <ac:spMk id="2" creationId="{15E1854D-A7CF-86C8-3643-EC84D896C064}"/>
          </ac:spMkLst>
        </pc:spChg>
        <pc:spChg chg="add mod">
          <ac:chgData name="Shruti Jain" userId="4f75983fbe71f58a" providerId="LiveId" clId="{54AC4AEE-B8B6-483E-B962-7BA53C8E9512}" dt="2026-08-23T13:59:47.071" v="3594" actId="20577"/>
          <ac:spMkLst>
            <pc:docMk/>
            <pc:sldMk cId="2517467086" sldId="259"/>
            <ac:spMk id="4" creationId="{05480A0E-930F-4C34-5169-609D1D21622A}"/>
          </ac:spMkLst>
        </pc:spChg>
        <pc:spChg chg="add mod">
          <ac:chgData name="Shruti Jain" userId="4f75983fbe71f58a" providerId="LiveId" clId="{54AC4AEE-B8B6-483E-B962-7BA53C8E9512}" dt="2026-08-26T02:41:39.993" v="4006" actId="20577"/>
          <ac:spMkLst>
            <pc:docMk/>
            <pc:sldMk cId="2517467086" sldId="259"/>
            <ac:spMk id="6" creationId="{843D27B7-68F6-B8DB-A0FC-8906E0255199}"/>
          </ac:spMkLst>
        </pc:spChg>
        <pc:spChg chg="add mod">
          <ac:chgData name="Shruti Jain" userId="4f75983fbe71f58a" providerId="LiveId" clId="{54AC4AEE-B8B6-483E-B962-7BA53C8E9512}" dt="2026-08-23T14:02:03.187" v="3629" actId="1076"/>
          <ac:spMkLst>
            <pc:docMk/>
            <pc:sldMk cId="2517467086" sldId="259"/>
            <ac:spMk id="9" creationId="{6173FE62-FD9B-D212-D8D9-3404F65D4C14}"/>
          </ac:spMkLst>
        </pc:spChg>
        <pc:spChg chg="add mod">
          <ac:chgData name="Shruti Jain" userId="4f75983fbe71f58a" providerId="LiveId" clId="{54AC4AEE-B8B6-483E-B962-7BA53C8E9512}" dt="2026-08-23T14:01:27.892" v="3616" actId="1076"/>
          <ac:spMkLst>
            <pc:docMk/>
            <pc:sldMk cId="2517467086" sldId="259"/>
            <ac:spMk id="12" creationId="{900C4465-3222-F76A-AAF8-5D21E6B55C71}"/>
          </ac:spMkLst>
        </pc:spChg>
        <pc:spChg chg="add mod">
          <ac:chgData name="Shruti Jain" userId="4f75983fbe71f58a" providerId="LiveId" clId="{54AC4AEE-B8B6-483E-B962-7BA53C8E9512}" dt="2026-08-23T14:02:11.895" v="3631" actId="14100"/>
          <ac:spMkLst>
            <pc:docMk/>
            <pc:sldMk cId="2517467086" sldId="259"/>
            <ac:spMk id="14" creationId="{D874B3C9-E165-41D4-D581-14F6ACCA4909}"/>
          </ac:spMkLst>
        </pc:spChg>
        <pc:spChg chg="add mod">
          <ac:chgData name="Shruti Jain" userId="4f75983fbe71f58a" providerId="LiveId" clId="{54AC4AEE-B8B6-483E-B962-7BA53C8E9512}" dt="2026-08-23T14:03:31.561" v="3643" actId="1076"/>
          <ac:spMkLst>
            <pc:docMk/>
            <pc:sldMk cId="2517467086" sldId="259"/>
            <ac:spMk id="24" creationId="{10CA06C2-D89D-7556-680C-E86BC1106DF3}"/>
          </ac:spMkLst>
        </pc:spChg>
        <pc:spChg chg="add mod">
          <ac:chgData name="Shruti Jain" userId="4f75983fbe71f58a" providerId="LiveId" clId="{54AC4AEE-B8B6-483E-B962-7BA53C8E9512}" dt="2026-08-23T14:01:41.877" v="3619" actId="1076"/>
          <ac:spMkLst>
            <pc:docMk/>
            <pc:sldMk cId="2517467086" sldId="259"/>
            <ac:spMk id="28" creationId="{AD2E928A-8297-A1A7-77EE-1DA970CE90AC}"/>
          </ac:spMkLst>
        </pc:spChg>
        <pc:spChg chg="add mod">
          <ac:chgData name="Shruti Jain" userId="4f75983fbe71f58a" providerId="LiveId" clId="{54AC4AEE-B8B6-483E-B962-7BA53C8E9512}" dt="2026-08-23T14:02:26.268" v="3633" actId="1076"/>
          <ac:spMkLst>
            <pc:docMk/>
            <pc:sldMk cId="2517467086" sldId="259"/>
            <ac:spMk id="30" creationId="{20CA5B52-17D7-F475-66B4-67DD6A457930}"/>
          </ac:spMkLst>
        </pc:spChg>
        <pc:spChg chg="add mod">
          <ac:chgData name="Shruti Jain" userId="4f75983fbe71f58a" providerId="LiveId" clId="{54AC4AEE-B8B6-483E-B962-7BA53C8E9512}" dt="2026-08-23T14:02:22.338" v="3632" actId="1076"/>
          <ac:spMkLst>
            <pc:docMk/>
            <pc:sldMk cId="2517467086" sldId="259"/>
            <ac:spMk id="32" creationId="{D75A73F2-7CA7-9F58-A4AA-D133F324B8D4}"/>
          </ac:spMkLst>
        </pc:spChg>
        <pc:spChg chg="add mod">
          <ac:chgData name="Shruti Jain" userId="4f75983fbe71f58a" providerId="LiveId" clId="{54AC4AEE-B8B6-483E-B962-7BA53C8E9512}" dt="2026-08-23T14:03:18.899" v="3640" actId="1076"/>
          <ac:spMkLst>
            <pc:docMk/>
            <pc:sldMk cId="2517467086" sldId="259"/>
            <ac:spMk id="33" creationId="{040523F9-9995-75F8-3F04-EE8F159DDA07}"/>
          </ac:spMkLst>
        </pc:spChg>
        <pc:spChg chg="add mod">
          <ac:chgData name="Shruti Jain" userId="4f75983fbe71f58a" providerId="LiveId" clId="{54AC4AEE-B8B6-483E-B962-7BA53C8E9512}" dt="2026-08-23T14:03:57.166" v="3649" actId="1076"/>
          <ac:spMkLst>
            <pc:docMk/>
            <pc:sldMk cId="2517467086" sldId="259"/>
            <ac:spMk id="34" creationId="{8D6A23C9-0E06-89AF-A329-A7A380CBE019}"/>
          </ac:spMkLst>
        </pc:spChg>
        <pc:spChg chg="add mod">
          <ac:chgData name="Shruti Jain" userId="4f75983fbe71f58a" providerId="LiveId" clId="{54AC4AEE-B8B6-483E-B962-7BA53C8E9512}" dt="2026-08-23T14:03:48.633" v="3647" actId="1076"/>
          <ac:spMkLst>
            <pc:docMk/>
            <pc:sldMk cId="2517467086" sldId="259"/>
            <ac:spMk id="38" creationId="{164274C3-3E68-4086-880A-5B0055E9D40A}"/>
          </ac:spMkLst>
        </pc:spChg>
        <pc:spChg chg="add mod">
          <ac:chgData name="Shruti Jain" userId="4f75983fbe71f58a" providerId="LiveId" clId="{54AC4AEE-B8B6-483E-B962-7BA53C8E9512}" dt="2026-08-23T14:03:40.510" v="3645" actId="1076"/>
          <ac:spMkLst>
            <pc:docMk/>
            <pc:sldMk cId="2517467086" sldId="259"/>
            <ac:spMk id="41" creationId="{63397B18-2709-3C5F-A8FF-F22AED60EB52}"/>
          </ac:spMkLst>
        </pc:spChg>
        <pc:spChg chg="add mod">
          <ac:chgData name="Shruti Jain" userId="4f75983fbe71f58a" providerId="LiveId" clId="{54AC4AEE-B8B6-483E-B962-7BA53C8E9512}" dt="2026-08-23T14:03:13.432" v="3639" actId="1076"/>
          <ac:spMkLst>
            <pc:docMk/>
            <pc:sldMk cId="2517467086" sldId="259"/>
            <ac:spMk id="45" creationId="{2E958721-C017-889E-33BA-C7D83AE6B54A}"/>
          </ac:spMkLst>
        </pc:spChg>
        <pc:cxnChg chg="add mod">
          <ac:chgData name="Shruti Jain" userId="4f75983fbe71f58a" providerId="LiveId" clId="{54AC4AEE-B8B6-483E-B962-7BA53C8E9512}" dt="2026-08-23T14:03:52.784" v="3648" actId="1076"/>
          <ac:cxnSpMkLst>
            <pc:docMk/>
            <pc:sldMk cId="2517467086" sldId="259"/>
            <ac:cxnSpMk id="36" creationId="{0C7A40DE-EF7F-079D-877B-D9B21F2CEA6A}"/>
          </ac:cxnSpMkLst>
        </pc:cxnChg>
        <pc:cxnChg chg="add mod">
          <ac:chgData name="Shruti Jain" userId="4f75983fbe71f58a" providerId="LiveId" clId="{54AC4AEE-B8B6-483E-B962-7BA53C8E9512}" dt="2026-08-23T14:03:42.900" v="3646" actId="1076"/>
          <ac:cxnSpMkLst>
            <pc:docMk/>
            <pc:sldMk cId="2517467086" sldId="259"/>
            <ac:cxnSpMk id="39" creationId="{AE49A75C-EF6B-9B3B-A439-D6809F16407C}"/>
          </ac:cxnSpMkLst>
        </pc:cxnChg>
        <pc:cxnChg chg="add mod">
          <ac:chgData name="Shruti Jain" userId="4f75983fbe71f58a" providerId="LiveId" clId="{54AC4AEE-B8B6-483E-B962-7BA53C8E9512}" dt="2026-08-23T13:58:55.435" v="3576" actId="1076"/>
          <ac:cxnSpMkLst>
            <pc:docMk/>
            <pc:sldMk cId="2517467086" sldId="259"/>
            <ac:cxnSpMk id="40" creationId="{B04534A9-7B6F-7DF5-E730-F154C0CE5460}"/>
          </ac:cxnSpMkLst>
        </pc:cxnChg>
      </pc:sldChg>
      <pc:sldChg chg="addSp delSp modSp new mod">
        <pc:chgData name="Shruti Jain" userId="4f75983fbe71f58a" providerId="LiveId" clId="{54AC4AEE-B8B6-483E-B962-7BA53C8E9512}" dt="2026-08-23T08:46:10.515" v="2882" actId="1076"/>
        <pc:sldMkLst>
          <pc:docMk/>
          <pc:sldMk cId="3210367816" sldId="260"/>
        </pc:sldMkLst>
        <pc:spChg chg="add mod">
          <ac:chgData name="Shruti Jain" userId="4f75983fbe71f58a" providerId="LiveId" clId="{54AC4AEE-B8B6-483E-B962-7BA53C8E9512}" dt="2026-08-23T08:43:36.600" v="2601" actId="20577"/>
          <ac:spMkLst>
            <pc:docMk/>
            <pc:sldMk cId="3210367816" sldId="260"/>
            <ac:spMk id="2" creationId="{BC333095-B0D1-98EF-8160-BF7D77FE5B18}"/>
          </ac:spMkLst>
        </pc:spChg>
        <pc:spChg chg="add mod">
          <ac:chgData name="Shruti Jain" userId="4f75983fbe71f58a" providerId="LiveId" clId="{54AC4AEE-B8B6-483E-B962-7BA53C8E9512}" dt="2026-08-23T08:45:11.951" v="2844" actId="20577"/>
          <ac:spMkLst>
            <pc:docMk/>
            <pc:sldMk cId="3210367816" sldId="260"/>
            <ac:spMk id="4" creationId="{C21CA911-80E2-05D6-31B5-504246ABEB8D}"/>
          </ac:spMkLst>
        </pc:spChg>
        <pc:spChg chg="add mod">
          <ac:chgData name="Shruti Jain" userId="4f75983fbe71f58a" providerId="LiveId" clId="{54AC4AEE-B8B6-483E-B962-7BA53C8E9512}" dt="2026-08-23T08:44:31.323" v="2711" actId="20577"/>
          <ac:spMkLst>
            <pc:docMk/>
            <pc:sldMk cId="3210367816" sldId="260"/>
            <ac:spMk id="6" creationId="{712E8799-1A9F-9B56-0D7E-1F2CBADEAD7F}"/>
          </ac:spMkLst>
        </pc:spChg>
        <pc:spChg chg="add mod">
          <ac:chgData name="Shruti Jain" userId="4f75983fbe71f58a" providerId="LiveId" clId="{54AC4AEE-B8B6-483E-B962-7BA53C8E9512}" dt="2026-08-23T08:44:16.375" v="2662" actId="20577"/>
          <ac:spMkLst>
            <pc:docMk/>
            <pc:sldMk cId="3210367816" sldId="260"/>
            <ac:spMk id="8" creationId="{5F5B0C9C-17BF-B435-96BE-AB6467CDA1BE}"/>
          </ac:spMkLst>
        </pc:spChg>
        <pc:spChg chg="add mod">
          <ac:chgData name="Shruti Jain" userId="4f75983fbe71f58a" providerId="LiveId" clId="{54AC4AEE-B8B6-483E-B962-7BA53C8E9512}" dt="2026-08-23T08:44:51.350" v="2770" actId="20577"/>
          <ac:spMkLst>
            <pc:docMk/>
            <pc:sldMk cId="3210367816" sldId="260"/>
            <ac:spMk id="10" creationId="{380E84E7-E2A5-7151-7F7F-00FF9008BFBA}"/>
          </ac:spMkLst>
        </pc:spChg>
        <pc:spChg chg="add mod">
          <ac:chgData name="Shruti Jain" userId="4f75983fbe71f58a" providerId="LiveId" clId="{54AC4AEE-B8B6-483E-B962-7BA53C8E9512}" dt="2026-08-23T08:46:10.515" v="2882" actId="1076"/>
          <ac:spMkLst>
            <pc:docMk/>
            <pc:sldMk cId="3210367816" sldId="260"/>
            <ac:spMk id="16" creationId="{80A99F96-C492-73A3-EB4E-28C7C995A963}"/>
          </ac:spMkLst>
        </pc:spChg>
        <pc:cxnChg chg="add mod">
          <ac:chgData name="Shruti Jain" userId="4f75983fbe71f58a" providerId="LiveId" clId="{54AC4AEE-B8B6-483E-B962-7BA53C8E9512}" dt="2026-08-23T07:18:02.870" v="1335" actId="13822"/>
          <ac:cxnSpMkLst>
            <pc:docMk/>
            <pc:sldMk cId="3210367816" sldId="260"/>
            <ac:cxnSpMk id="15" creationId="{943FDF26-B24B-1AC7-E9E6-54DFBAB1EECF}"/>
          </ac:cxnSpMkLst>
        </pc:cxnChg>
      </pc:sldChg>
      <pc:sldChg chg="addSp delSp modSp new mod">
        <pc:chgData name="Shruti Jain" userId="4f75983fbe71f58a" providerId="LiveId" clId="{54AC4AEE-B8B6-483E-B962-7BA53C8E9512}" dt="2026-08-23T07:58:06.341" v="1520" actId="478"/>
        <pc:sldMkLst>
          <pc:docMk/>
          <pc:sldMk cId="197129423" sldId="261"/>
        </pc:sldMkLst>
        <pc:spChg chg="add mod">
          <ac:chgData name="Shruti Jain" userId="4f75983fbe71f58a" providerId="LiveId" clId="{54AC4AEE-B8B6-483E-B962-7BA53C8E9512}" dt="2026-08-23T07:22:45.577" v="1514" actId="14100"/>
          <ac:spMkLst>
            <pc:docMk/>
            <pc:sldMk cId="197129423" sldId="261"/>
            <ac:spMk id="3" creationId="{1AAE3A18-472C-BDCF-0D08-9B7CF7AC7D7B}"/>
          </ac:spMkLst>
        </pc:spChg>
        <pc:spChg chg="add mod">
          <ac:chgData name="Shruti Jain" userId="4f75983fbe71f58a" providerId="LiveId" clId="{54AC4AEE-B8B6-483E-B962-7BA53C8E9512}" dt="2026-08-23T07:21:42.196" v="1461" actId="14100"/>
          <ac:spMkLst>
            <pc:docMk/>
            <pc:sldMk cId="197129423" sldId="261"/>
            <ac:spMk id="5" creationId="{04AADC4E-B514-0DCA-4255-2B7D1B5FCBF7}"/>
          </ac:spMkLst>
        </pc:spChg>
        <pc:spChg chg="add mod">
          <ac:chgData name="Shruti Jain" userId="4f75983fbe71f58a" providerId="LiveId" clId="{54AC4AEE-B8B6-483E-B962-7BA53C8E9512}" dt="2026-08-23T07:22:50.521" v="1515" actId="14100"/>
          <ac:spMkLst>
            <pc:docMk/>
            <pc:sldMk cId="197129423" sldId="261"/>
            <ac:spMk id="7" creationId="{0CC37E7A-2883-0841-AADA-0DB415DD9040}"/>
          </ac:spMkLst>
        </pc:spChg>
        <pc:spChg chg="add mod">
          <ac:chgData name="Shruti Jain" userId="4f75983fbe71f58a" providerId="LiveId" clId="{54AC4AEE-B8B6-483E-B962-7BA53C8E9512}" dt="2026-08-23T07:23:03.963" v="1518" actId="1076"/>
          <ac:spMkLst>
            <pc:docMk/>
            <pc:sldMk cId="197129423" sldId="261"/>
            <ac:spMk id="8" creationId="{BD9135BE-D06D-D304-0C46-8A3DD911D6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5C58-55A7-88C4-8874-EA12CF73E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0EF31-3CFC-3BE9-7170-C25156423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8969E-CD03-60C8-2EFA-B2C5A1D3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B3368-6227-5A8D-22AE-B9688F08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DB544-53FD-2B6A-42CE-0859D0373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1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C4F53-5CCF-FC1A-7855-778D4511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C8FCD-CFEA-8E2D-44A3-3EA4A108B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8513-8DA7-0421-F162-539A5CCE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D5255-95DC-55E9-67C8-1473A592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0477-43E5-C8EE-310F-6F178386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40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B552-5B75-7DED-4CE0-DF2C7362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4A103-370B-5D40-783E-E0DB91C53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5E3D4-AC33-3482-D8EF-BC2B7A506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C0A8-F4E8-73BB-D70C-78B7F054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68FC6-61EC-7C4D-3B1F-E2451D09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316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4775-7D5B-1459-D2A1-60CF67810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1DB0D-EE64-610C-C98B-0D840CC3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2E428-2537-AC09-B5EF-9F5E23C2D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5CF74-922B-B1FA-1F18-A43F7D73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CC523-D26F-EC1E-D13D-754F5F7B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50378-4686-733A-D8EC-A360A116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13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D175-CB1F-94CF-5986-116E2DAEB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E7CB9-A347-F3DB-3AF4-D18C5BCE8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827A7-7F1E-E0F4-D7D7-C0A37CFFF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05721-842A-7BD3-33FE-54CA74B34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25672-9CB9-6FAF-4E83-E93990BC2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844DF-ACD2-119D-7CEF-3A838BD2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873F09-F467-1552-23F8-650600B4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3E877-0D56-DB84-45CA-D2162520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42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0D830-F181-ECE5-95BE-7165C49B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C7DFF-B42D-ACE5-B607-954572125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58887-49B6-BE9C-FB4F-C386FE27D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43D2C-4B9F-A027-7481-1926DFE7B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54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DCF23-2144-18D7-98AE-3285A11E6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1EF1F-DA01-CD9A-E321-F314A32CD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DFC21-12B9-9C36-6F93-C05311C5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14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BFE8-52F2-651B-383D-94AE1939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4F0C0-E2D0-6E09-1322-97EDE601B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BE0E2-8BFD-00B0-A592-025981E68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8DFE4-0803-B766-4790-BF0B5EE8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0690F-7F12-5F1E-35E5-6FB43A34A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822D8-27B6-3ED8-CB99-E328A6C7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640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47E4-3870-42E8-485D-3066C207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48A4C-5309-7681-107C-7D431E10A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9E439-A1D2-3452-A3B7-1B8185CC7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3354D-30A3-67D5-3F43-EC398BAE0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846AC-55BD-3554-9C94-AC0C49EE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2F237-DD03-C762-B1EC-B78EF0EE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6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A71F-99ED-33C1-D2B7-1EC8952A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F7369-3896-F249-4ED5-D20542F76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EFC4F-ABD9-B36E-7B3E-6351A59E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4F1F9-3DED-9CA5-1637-55F1097A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C6EF0-DBE7-839F-17FD-6E66992D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24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58991-20BB-7578-A85D-8AF8A27D3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5263E-E8B5-23E0-D6C8-58C120855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ED9F8-BF7B-5DC8-3110-350F6C46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439A1-0B5B-7513-9F8A-B81864E2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2CFA9-6DF6-0C61-74D3-D7869BFB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21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478A7-263C-4755-C69D-46A7ADBAF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9FC40-A18D-B338-2ADD-F71BA817F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D8E78-0DF8-F805-D795-42B0D78E9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FDCFF-F6F3-4003-A449-D145A286D75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48F18-4195-C62E-F368-DD873FF79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0CDE9-C244-2FCB-2FBB-B16F4E0F0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B3886-4B68-4C99-8922-2EB16AAB7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458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9F4E8-D21C-E3E8-7727-785FB4570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032" y="89330"/>
            <a:ext cx="9967452" cy="501381"/>
          </a:xfrm>
        </p:spPr>
        <p:txBody>
          <a:bodyPr>
            <a:normAutofit fontScale="90000"/>
          </a:bodyPr>
          <a:lstStyle/>
          <a:p>
            <a:r>
              <a:rPr lang="en-US" sz="2000" b="1" dirty="0"/>
              <a:t>Myntra Wishlist</a:t>
            </a:r>
            <a:br>
              <a:rPr lang="en-US" sz="2000" b="1" dirty="0"/>
            </a:br>
            <a:r>
              <a:rPr lang="en-IN" sz="1600" dirty="0"/>
              <a:t>The Demand Already Exists. The Conversion Doesn't.</a:t>
            </a:r>
            <a:endParaRPr lang="en-IN" sz="16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4D656B-0651-714D-B284-BA6D324B237B}"/>
              </a:ext>
            </a:extLst>
          </p:cNvPr>
          <p:cNvSpPr/>
          <p:nvPr/>
        </p:nvSpPr>
        <p:spPr>
          <a:xfrm>
            <a:off x="257189" y="684878"/>
            <a:ext cx="2646947" cy="9652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Mobile MAU</a:t>
            </a:r>
          </a:p>
          <a:p>
            <a:pPr algn="ctr"/>
            <a:r>
              <a:rPr lang="en-IN" sz="1400" b="1" dirty="0"/>
              <a:t>90M+</a:t>
            </a:r>
          </a:p>
          <a:p>
            <a:pPr algn="ctr"/>
            <a:r>
              <a:rPr lang="en-IN" sz="1400" b="1" dirty="0"/>
              <a:t> (Mar 2026, all-time high)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02A828-F27B-F80A-236F-D977C16D9D54}"/>
              </a:ext>
            </a:extLst>
          </p:cNvPr>
          <p:cNvSpPr/>
          <p:nvPr/>
        </p:nvSpPr>
        <p:spPr>
          <a:xfrm>
            <a:off x="8837647" y="601613"/>
            <a:ext cx="2166200" cy="106316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Repeat Purchase Rate</a:t>
            </a:r>
            <a:br>
              <a:rPr lang="en-IN" sz="1400" b="1" dirty="0"/>
            </a:br>
            <a:r>
              <a:rPr lang="en-IN" sz="1400" b="1" dirty="0"/>
              <a:t>51.79% of fashion buyers ordered &gt;1x (Q1 2026)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33B40C-1C04-1837-DC3B-CDFE6801F0EC}"/>
              </a:ext>
            </a:extLst>
          </p:cNvPr>
          <p:cNvSpPr/>
          <p:nvPr/>
        </p:nvSpPr>
        <p:spPr>
          <a:xfrm>
            <a:off x="6177237" y="634129"/>
            <a:ext cx="2410713" cy="10231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Purchase Frequency</a:t>
            </a:r>
          </a:p>
          <a:p>
            <a:pPr algn="ctr"/>
            <a:r>
              <a:rPr lang="en-IN" sz="1400" b="1" dirty="0"/>
              <a:t>Gen Z 8–10x/yr</a:t>
            </a:r>
          </a:p>
          <a:p>
            <a:pPr algn="ctr"/>
            <a:r>
              <a:rPr lang="en-IN" sz="1400" b="1" dirty="0"/>
              <a:t> vs.</a:t>
            </a:r>
          </a:p>
          <a:p>
            <a:pPr algn="ctr"/>
            <a:r>
              <a:rPr lang="en-IN" sz="1400" b="1" dirty="0"/>
              <a:t> Millennial 4–5x/yr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C2405A-656B-3818-8853-4C01C2115CA6}"/>
              </a:ext>
            </a:extLst>
          </p:cNvPr>
          <p:cNvSpPr/>
          <p:nvPr/>
        </p:nvSpPr>
        <p:spPr>
          <a:xfrm>
            <a:off x="3217213" y="670239"/>
            <a:ext cx="2646947" cy="9945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Operating Revenue</a:t>
            </a:r>
          </a:p>
          <a:p>
            <a:pPr algn="ctr"/>
            <a:r>
              <a:rPr lang="en-IN" sz="1400" b="1" dirty="0"/>
              <a:t>Revenue</a:t>
            </a:r>
          </a:p>
          <a:p>
            <a:pPr algn="ctr"/>
            <a:r>
              <a:rPr lang="en-IN" sz="1400" b="1" dirty="0"/>
              <a:t>₹6,043 Cr</a:t>
            </a:r>
          </a:p>
          <a:p>
            <a:pPr algn="ctr"/>
            <a:r>
              <a:rPr lang="en-IN" sz="1400" b="1" dirty="0"/>
              <a:t> (FY25, +18% YoY)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037DD-6220-47F7-6451-69E4299A18BC}"/>
              </a:ext>
            </a:extLst>
          </p:cNvPr>
          <p:cNvSpPr txBox="1"/>
          <p:nvPr/>
        </p:nvSpPr>
        <p:spPr>
          <a:xfrm>
            <a:off x="257189" y="6268084"/>
            <a:ext cx="10861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Sources: Sensor Tower, State of eCommerce 2026 (Mar 2026) · Myntra </a:t>
            </a:r>
            <a:r>
              <a:rPr lang="en-IN" sz="1200" dirty="0" err="1"/>
              <a:t>RoC</a:t>
            </a:r>
            <a:r>
              <a:rPr lang="en-IN" sz="1200" dirty="0"/>
              <a:t> filings, FY25 · Myntra CEO Nandita Sinha, </a:t>
            </a:r>
            <a:r>
              <a:rPr lang="en-IN" sz="1200" dirty="0" err="1"/>
              <a:t>TechSparks</a:t>
            </a:r>
            <a:r>
              <a:rPr lang="en-IN" sz="1200" dirty="0"/>
              <a:t>, Nov 2025 · </a:t>
            </a:r>
            <a:r>
              <a:rPr lang="en-IN" sz="1200" dirty="0" err="1"/>
              <a:t>Vumonic</a:t>
            </a:r>
            <a:r>
              <a:rPr lang="en-IN" sz="1200" dirty="0"/>
              <a:t> </a:t>
            </a:r>
            <a:r>
              <a:rPr lang="en-IN" sz="1200" dirty="0" err="1"/>
              <a:t>Datalabs</a:t>
            </a:r>
            <a:r>
              <a:rPr lang="en-IN" sz="1200" dirty="0"/>
              <a:t>, Jun 2026, DFU Publications, "Inside the Fashion Matrix," Jul 2026 (analyst estimate, denominator unspecified)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9E5AC4-43EF-9A5F-5760-E74BAF2D9518}"/>
              </a:ext>
            </a:extLst>
          </p:cNvPr>
          <p:cNvSpPr/>
          <p:nvPr/>
        </p:nvSpPr>
        <p:spPr>
          <a:xfrm>
            <a:off x="257189" y="1729669"/>
            <a:ext cx="10746658" cy="53746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GROWTH TEAM'S KPI: % of users who purchase ≥1 item from their </a:t>
            </a:r>
            <a:r>
              <a:rPr lang="en-IN" sz="1400" b="1" dirty="0" err="1"/>
              <a:t>wishlist</a:t>
            </a:r>
            <a:r>
              <a:rPr lang="en-IN" sz="1400" b="1" dirty="0"/>
              <a:t> within 30 days of adding it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F54F06D-39B8-7968-742E-2A01A927D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157929"/>
              </p:ext>
            </p:extLst>
          </p:nvPr>
        </p:nvGraphicFramePr>
        <p:xfrm>
          <a:off x="257189" y="2953795"/>
          <a:ext cx="7539528" cy="32741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3176">
                  <a:extLst>
                    <a:ext uri="{9D8B030D-6E8A-4147-A177-3AD203B41FA5}">
                      <a16:colId xmlns:a16="http://schemas.microsoft.com/office/drawing/2014/main" val="1238795080"/>
                    </a:ext>
                  </a:extLst>
                </a:gridCol>
                <a:gridCol w="2513176">
                  <a:extLst>
                    <a:ext uri="{9D8B030D-6E8A-4147-A177-3AD203B41FA5}">
                      <a16:colId xmlns:a16="http://schemas.microsoft.com/office/drawing/2014/main" val="452682372"/>
                    </a:ext>
                  </a:extLst>
                </a:gridCol>
                <a:gridCol w="2513176">
                  <a:extLst>
                    <a:ext uri="{9D8B030D-6E8A-4147-A177-3AD203B41FA5}">
                      <a16:colId xmlns:a16="http://schemas.microsoft.com/office/drawing/2014/main" val="3428525401"/>
                    </a:ext>
                  </a:extLst>
                </a:gridCol>
              </a:tblGrid>
              <a:tr h="280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Player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Est. Market Share (Fashion)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Positioning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494572"/>
                  </a:ext>
                </a:extLst>
              </a:tr>
              <a:tr h="53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MYNTRA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32–35%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effectLst/>
                        </a:rPr>
                        <a:t>Trend-first, Gen Z-led, content-to-commerce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946758"/>
                  </a:ext>
                </a:extLst>
              </a:tr>
              <a:tr h="5681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FLIPKART FASHION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25–30%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effectLst/>
                        </a:rPr>
                        <a:t>Mid-market ethnic &amp; western, cross-funded by electronics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723566"/>
                  </a:ext>
                </a:extLst>
              </a:tr>
              <a:tr h="53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AMAZON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20–25%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effectLst/>
                        </a:rPr>
                        <a:t>Global brands/luxury beauty, Prime cross-sell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843847"/>
                  </a:ext>
                </a:extLst>
              </a:tr>
              <a:tr h="5681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MEESHO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~18%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effectLst/>
                        </a:rPr>
                        <a:t>Unbranded "Bharat" fashion, budget segment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636607"/>
                  </a:ext>
                </a:extLst>
              </a:tr>
              <a:tr h="7922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AJIO / NYKAA FASHION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Not covered in this estimate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effectLst/>
                        </a:rPr>
                        <a:t>Private-label/omnichannel (AJIO) · Beauty-led 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034413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C72F0D-F0D4-5862-108A-FAA3EDE3398B}"/>
              </a:ext>
            </a:extLst>
          </p:cNvPr>
          <p:cNvSpPr/>
          <p:nvPr/>
        </p:nvSpPr>
        <p:spPr>
          <a:xfrm>
            <a:off x="257189" y="2476102"/>
            <a:ext cx="7462683" cy="2687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COMPETITIVE LANDSCAPE — INDIAN FASHION E-COMMERCE (2025-26)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6A9300-ACD5-E06E-A3C8-BB9E6D94B1CE}"/>
              </a:ext>
            </a:extLst>
          </p:cNvPr>
          <p:cNvSpPr/>
          <p:nvPr/>
        </p:nvSpPr>
        <p:spPr>
          <a:xfrm>
            <a:off x="8127912" y="2445628"/>
            <a:ext cx="3728240" cy="37855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WHY THIS METRIC MATTER</a:t>
            </a:r>
          </a:p>
          <a:p>
            <a:pPr algn="ctr"/>
            <a:endParaRPr lang="en-US" sz="1400" dirty="0"/>
          </a:p>
          <a:p>
            <a:r>
              <a:rPr lang="en-IN" sz="1400" b="1" dirty="0"/>
              <a:t>👤 FOR USERS</a:t>
            </a:r>
            <a:br>
              <a:rPr lang="en-IN" sz="1400" dirty="0"/>
            </a:br>
            <a:r>
              <a:rPr lang="en-IN" sz="1400" dirty="0"/>
              <a:t>The pieces they already said yes to actually reach their wardrobe — not just sit in a saved list.</a:t>
            </a:r>
          </a:p>
          <a:p>
            <a:endParaRPr lang="en-IN" sz="1400" dirty="0"/>
          </a:p>
          <a:p>
            <a:r>
              <a:rPr lang="en-IN" sz="1400" b="1" dirty="0"/>
              <a:t>🏷️ FOR BRANDS</a:t>
            </a:r>
            <a:br>
              <a:rPr lang="en-IN" sz="1400" dirty="0"/>
            </a:br>
            <a:r>
              <a:rPr lang="en-IN" sz="1400" dirty="0"/>
              <a:t>Items shoppers already chose finally convert — real demand closed, not re-earned from scratch with a new discount.</a:t>
            </a:r>
          </a:p>
          <a:p>
            <a:endParaRPr lang="en-IN" sz="1400" dirty="0"/>
          </a:p>
          <a:p>
            <a:r>
              <a:rPr lang="en-IN" sz="1400" b="1" dirty="0"/>
              <a:t>📈 FOR MYNTRA</a:t>
            </a:r>
            <a:br>
              <a:rPr lang="en-IN" sz="1400" dirty="0"/>
            </a:br>
            <a:r>
              <a:rPr lang="en-IN" sz="1400" dirty="0"/>
              <a:t>Revenue from interest it already has — no new ad spend, no new discount, just closing what's already open.</a:t>
            </a:r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47747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AC40-9B64-52D7-2D63-47D6C7BA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33" y="176980"/>
            <a:ext cx="10921181" cy="228308"/>
          </a:xfrm>
        </p:spPr>
        <p:txBody>
          <a:bodyPr>
            <a:normAutofit fontScale="90000"/>
          </a:bodyPr>
          <a:lstStyle/>
          <a:p>
            <a:endParaRPr lang="en-IN" sz="1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3D1F92-C268-EB52-9FA9-6065B7E9EDDB}"/>
              </a:ext>
            </a:extLst>
          </p:cNvPr>
          <p:cNvSpPr/>
          <p:nvPr/>
        </p:nvSpPr>
        <p:spPr>
          <a:xfrm>
            <a:off x="5096803" y="506132"/>
            <a:ext cx="1873044" cy="7865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b="1" dirty="0"/>
              <a:t>AFTER DEDUPLICATE</a:t>
            </a:r>
            <a:endParaRPr lang="en-IN" sz="14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EFCBEA-9894-96C2-D2C5-22F5E547FA71}"/>
              </a:ext>
            </a:extLst>
          </p:cNvPr>
          <p:cNvSpPr/>
          <p:nvPr/>
        </p:nvSpPr>
        <p:spPr>
          <a:xfrm>
            <a:off x="363182" y="510395"/>
            <a:ext cx="2015613" cy="7865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b="1" dirty="0"/>
              <a:t>REVIEW EXTRACTED</a:t>
            </a:r>
            <a:endParaRPr lang="en-IN" sz="14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86CF39-5885-2244-953B-E8EA0BDC5AC6}"/>
              </a:ext>
            </a:extLst>
          </p:cNvPr>
          <p:cNvSpPr/>
          <p:nvPr/>
        </p:nvSpPr>
        <p:spPr>
          <a:xfrm>
            <a:off x="9495504" y="477759"/>
            <a:ext cx="2015613" cy="7865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b="1" dirty="0"/>
              <a:t>CLEANED &amp; ANALYSED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E6DD8D-72F9-3F7E-F4FC-6297C4FEDC87}"/>
              </a:ext>
            </a:extLst>
          </p:cNvPr>
          <p:cNvSpPr/>
          <p:nvPr/>
        </p:nvSpPr>
        <p:spPr>
          <a:xfrm>
            <a:off x="9566789" y="1321830"/>
            <a:ext cx="1873045" cy="3757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Youtube</a:t>
            </a:r>
            <a:r>
              <a:rPr lang="en-US" sz="1400" b="1" dirty="0"/>
              <a:t> Comments</a:t>
            </a:r>
            <a:endParaRPr lang="en-IN" sz="14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1D3D3E-915A-BFE5-5962-AE90485C22D4}"/>
              </a:ext>
            </a:extLst>
          </p:cNvPr>
          <p:cNvSpPr/>
          <p:nvPr/>
        </p:nvSpPr>
        <p:spPr>
          <a:xfrm>
            <a:off x="465804" y="1350204"/>
            <a:ext cx="1873045" cy="3539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PLAY STORE</a:t>
            </a:r>
            <a:endParaRPr lang="en-IN" sz="14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82B5DE-54A4-A1F6-3277-C7BB85E0309E}"/>
              </a:ext>
            </a:extLst>
          </p:cNvPr>
          <p:cNvSpPr/>
          <p:nvPr/>
        </p:nvSpPr>
        <p:spPr>
          <a:xfrm>
            <a:off x="7045431" y="1307665"/>
            <a:ext cx="1873045" cy="3665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REDDIT</a:t>
            </a:r>
            <a:endParaRPr lang="en-IN" sz="1400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1AC7F7-08B5-62A0-89FA-169111A5473C}"/>
              </a:ext>
            </a:extLst>
          </p:cNvPr>
          <p:cNvSpPr/>
          <p:nvPr/>
        </p:nvSpPr>
        <p:spPr>
          <a:xfrm>
            <a:off x="3058447" y="1336810"/>
            <a:ext cx="1873045" cy="3539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APP STORE</a:t>
            </a:r>
            <a:endParaRPr lang="en-IN" sz="14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F6A04E6-7CAA-1FAA-7193-86141D2BB7C1}"/>
              </a:ext>
            </a:extLst>
          </p:cNvPr>
          <p:cNvSpPr/>
          <p:nvPr/>
        </p:nvSpPr>
        <p:spPr>
          <a:xfrm>
            <a:off x="344131" y="1909470"/>
            <a:ext cx="3121741" cy="3415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HOW THE ENGINE WORKS</a:t>
            </a:r>
            <a:endParaRPr lang="en-IN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AE74CC-EF09-592F-E5FD-E1BD09150076}"/>
              </a:ext>
            </a:extLst>
          </p:cNvPr>
          <p:cNvSpPr txBox="1"/>
          <p:nvPr/>
        </p:nvSpPr>
        <p:spPr>
          <a:xfrm>
            <a:off x="167151" y="2407868"/>
            <a:ext cx="8357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Sources</a:t>
            </a:r>
          </a:p>
          <a:p>
            <a:endParaRPr lang="en-US" sz="1400" dirty="0"/>
          </a:p>
          <a:p>
            <a:r>
              <a:rPr lang="en-US" sz="1400" dirty="0"/>
              <a:t>APP Store</a:t>
            </a:r>
          </a:p>
          <a:p>
            <a:endParaRPr lang="en-US" sz="1400" dirty="0"/>
          </a:p>
          <a:p>
            <a:r>
              <a:rPr lang="en-US" sz="1400" dirty="0"/>
              <a:t>Play Store</a:t>
            </a:r>
          </a:p>
          <a:p>
            <a:endParaRPr lang="en-US" sz="1400" dirty="0"/>
          </a:p>
          <a:p>
            <a:r>
              <a:rPr lang="en-US" sz="1400" dirty="0"/>
              <a:t>YouTube</a:t>
            </a:r>
          </a:p>
          <a:p>
            <a:endParaRPr lang="en-US" sz="1400" dirty="0"/>
          </a:p>
          <a:p>
            <a:r>
              <a:rPr lang="en-US" sz="1400" dirty="0"/>
              <a:t>Reddit</a:t>
            </a:r>
          </a:p>
          <a:p>
            <a:r>
              <a:rPr lang="en-US" sz="1400" dirty="0"/>
              <a:t> </a:t>
            </a:r>
            <a:endParaRPr lang="en-IN" sz="1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0E45C0E-DFBE-F5EF-9AE2-F5FB5A228E8A}"/>
              </a:ext>
            </a:extLst>
          </p:cNvPr>
          <p:cNvSpPr/>
          <p:nvPr/>
        </p:nvSpPr>
        <p:spPr>
          <a:xfrm>
            <a:off x="1351937" y="2328399"/>
            <a:ext cx="2113935" cy="5316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COLLECT </a:t>
            </a:r>
          </a:p>
          <a:p>
            <a:pPr algn="ctr"/>
            <a:r>
              <a:rPr lang="en-IN" sz="1200" dirty="0"/>
              <a:t>Collect from 4 public Sources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2407C0-C9F3-C231-1454-624C1763F1AA}"/>
              </a:ext>
            </a:extLst>
          </p:cNvPr>
          <p:cNvCxnSpPr/>
          <p:nvPr/>
        </p:nvCxnSpPr>
        <p:spPr>
          <a:xfrm>
            <a:off x="2359744" y="2860082"/>
            <a:ext cx="0" cy="199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67E1651-50E0-104B-F394-4F2477D1AD31}"/>
              </a:ext>
            </a:extLst>
          </p:cNvPr>
          <p:cNvSpPr/>
          <p:nvPr/>
        </p:nvSpPr>
        <p:spPr>
          <a:xfrm>
            <a:off x="1402327" y="3059850"/>
            <a:ext cx="2113934" cy="5488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CLEAN</a:t>
            </a:r>
          </a:p>
          <a:p>
            <a:pPr algn="ctr"/>
            <a:r>
              <a:rPr lang="en-US" sz="1300" dirty="0"/>
              <a:t>Raw data -&gt; Cleaned data</a:t>
            </a:r>
            <a:endParaRPr lang="en-IN" sz="1300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3163858-98F3-F17E-9022-392D738533B2}"/>
              </a:ext>
            </a:extLst>
          </p:cNvPr>
          <p:cNvSpPr/>
          <p:nvPr/>
        </p:nvSpPr>
        <p:spPr>
          <a:xfrm>
            <a:off x="1452717" y="3873048"/>
            <a:ext cx="2063544" cy="6409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AI TAGGING</a:t>
            </a:r>
          </a:p>
          <a:p>
            <a:pPr algn="ctr"/>
            <a:r>
              <a:rPr lang="en-US" sz="1400" dirty="0"/>
              <a:t>LLM classifies the </a:t>
            </a:r>
            <a:r>
              <a:rPr lang="en-US" sz="1400" dirty="0" err="1"/>
              <a:t>verbatism</a:t>
            </a:r>
            <a:r>
              <a:rPr lang="en-US" sz="1400" dirty="0"/>
              <a:t> </a:t>
            </a:r>
            <a:endParaRPr lang="en-IN" sz="1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11C0F29-C1C0-3896-9CDF-F277F8F7A4BD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2459294" y="3608675"/>
            <a:ext cx="1" cy="254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FD6417F-231E-500C-EB54-94CAF30908EE}"/>
              </a:ext>
            </a:extLst>
          </p:cNvPr>
          <p:cNvSpPr/>
          <p:nvPr/>
        </p:nvSpPr>
        <p:spPr>
          <a:xfrm>
            <a:off x="167150" y="5531179"/>
            <a:ext cx="2063544" cy="6631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DASHBOARD</a:t>
            </a:r>
          </a:p>
          <a:p>
            <a:pPr algn="ctr"/>
            <a:r>
              <a:rPr lang="en-US" sz="1400" dirty="0"/>
              <a:t>Tagged clusters with verbatim evidence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F2E90B9-EEA7-A7CB-37A8-5638EE385AD1}"/>
              </a:ext>
            </a:extLst>
          </p:cNvPr>
          <p:cNvSpPr/>
          <p:nvPr/>
        </p:nvSpPr>
        <p:spPr>
          <a:xfrm>
            <a:off x="1452717" y="4669832"/>
            <a:ext cx="2063544" cy="5927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AGGREGATE</a:t>
            </a:r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0134887-5491-AA96-3653-FD1581A5F45F}"/>
              </a:ext>
            </a:extLst>
          </p:cNvPr>
          <p:cNvSpPr/>
          <p:nvPr/>
        </p:nvSpPr>
        <p:spPr>
          <a:xfrm>
            <a:off x="2600634" y="5531179"/>
            <a:ext cx="2063544" cy="6631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ASK ASSISTANT</a:t>
            </a:r>
          </a:p>
          <a:p>
            <a:pPr algn="ctr"/>
            <a:r>
              <a:rPr lang="en-US" sz="1400" dirty="0"/>
              <a:t>Grounded answer from reviews only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7D8061F-DB42-EAC1-F2A0-A15CAFCDE06F}"/>
              </a:ext>
            </a:extLst>
          </p:cNvPr>
          <p:cNvCxnSpPr>
            <a:cxnSpLocks/>
            <a:stCxn id="43" idx="2"/>
            <a:endCxn id="41" idx="0"/>
          </p:cNvCxnSpPr>
          <p:nvPr/>
        </p:nvCxnSpPr>
        <p:spPr>
          <a:xfrm rot="5400000">
            <a:off x="1707422" y="4754112"/>
            <a:ext cx="268568" cy="12855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FF595035-E07F-58DA-9B4E-AA9A25889873}"/>
              </a:ext>
            </a:extLst>
          </p:cNvPr>
          <p:cNvCxnSpPr>
            <a:cxnSpLocks/>
          </p:cNvCxnSpPr>
          <p:nvPr/>
        </p:nvCxnSpPr>
        <p:spPr>
          <a:xfrm>
            <a:off x="2484489" y="5412419"/>
            <a:ext cx="1147917" cy="148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6FD291B-8F0F-7463-2D6F-ADDABE89BB49}"/>
              </a:ext>
            </a:extLst>
          </p:cNvPr>
          <p:cNvCxnSpPr>
            <a:cxnSpLocks/>
          </p:cNvCxnSpPr>
          <p:nvPr/>
        </p:nvCxnSpPr>
        <p:spPr>
          <a:xfrm>
            <a:off x="2459294" y="4435469"/>
            <a:ext cx="1" cy="254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0A9D098-E943-5AE9-99DD-35804A2D30D6}"/>
              </a:ext>
            </a:extLst>
          </p:cNvPr>
          <p:cNvCxnSpPr>
            <a:cxnSpLocks/>
          </p:cNvCxnSpPr>
          <p:nvPr/>
        </p:nvCxnSpPr>
        <p:spPr>
          <a:xfrm>
            <a:off x="818147" y="2594240"/>
            <a:ext cx="380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E249F3A-2D03-9C22-9B1F-6F819401D258}"/>
              </a:ext>
            </a:extLst>
          </p:cNvPr>
          <p:cNvSpPr/>
          <p:nvPr/>
        </p:nvSpPr>
        <p:spPr>
          <a:xfrm>
            <a:off x="8675741" y="1860915"/>
            <a:ext cx="3121741" cy="42641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WHAT IS DISCOVERY ENGINE SAYS? </a:t>
            </a:r>
          </a:p>
          <a:p>
            <a:pPr algn="ctr"/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The </a:t>
            </a:r>
            <a:r>
              <a:rPr lang="en-IN" sz="1400" b="1" dirty="0" err="1"/>
              <a:t>wishlist</a:t>
            </a:r>
            <a:r>
              <a:rPr lang="en-IN" sz="1400" b="1" dirty="0"/>
              <a:t> captures desire, not commitment.</a:t>
            </a:r>
            <a:br>
              <a:rPr lang="en-IN" sz="1400" dirty="0"/>
            </a:br>
            <a:r>
              <a:rPr lang="en-IN" sz="1400" dirty="0"/>
              <a:t>Saving an item can mean high intent, comparison, future use, price monitoring, or inspiration.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The friction shifts from discovery to confidence.</a:t>
            </a:r>
            <a:br>
              <a:rPr lang="en-IN" sz="1400" dirty="0"/>
            </a:br>
            <a:r>
              <a:rPr lang="en-IN" sz="1400" dirty="0"/>
              <a:t>Fit, fabric and real-world product uncertainty emerge as key questions before users commit.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The opportunity is to close the confidence gap at the </a:t>
            </a:r>
            <a:r>
              <a:rPr lang="en-IN" sz="1400" b="1" dirty="0" err="1"/>
              <a:t>wishlist</a:t>
            </a:r>
            <a:r>
              <a:rPr lang="en-IN" sz="1400" b="1" dirty="0"/>
              <a:t> → decision moment.</a:t>
            </a:r>
            <a:br>
              <a:rPr lang="en-IN" sz="1400" dirty="0"/>
            </a:br>
            <a:r>
              <a:rPr lang="en-IN" sz="1400" dirty="0"/>
              <a:t>Help users answer </a:t>
            </a:r>
            <a:r>
              <a:rPr lang="en-IN" sz="1400" i="1" dirty="0"/>
              <a:t>“Is this right for me?”</a:t>
            </a:r>
            <a:r>
              <a:rPr lang="en-IN" sz="1400" dirty="0"/>
              <a:t> before they postpone the purchase.</a:t>
            </a:r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IN" sz="1400" b="1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81B275D-0340-0068-6A13-8647CEC4454F}"/>
              </a:ext>
            </a:extLst>
          </p:cNvPr>
          <p:cNvSpPr/>
          <p:nvPr/>
        </p:nvSpPr>
        <p:spPr>
          <a:xfrm>
            <a:off x="167150" y="6252431"/>
            <a:ext cx="11670889" cy="4952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22C61B6-1A46-3D75-96F8-00C41A24CB39}"/>
              </a:ext>
            </a:extLst>
          </p:cNvPr>
          <p:cNvSpPr/>
          <p:nvPr/>
        </p:nvSpPr>
        <p:spPr>
          <a:xfrm>
            <a:off x="3651766" y="1880579"/>
            <a:ext cx="4763117" cy="3415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HOW THE DISCOVERY ENGINE LOOKS?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31126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E1854D-A7CF-86C8-3643-EC84D896C064}"/>
              </a:ext>
            </a:extLst>
          </p:cNvPr>
          <p:cNvSpPr/>
          <p:nvPr/>
        </p:nvSpPr>
        <p:spPr>
          <a:xfrm>
            <a:off x="51006" y="437393"/>
            <a:ext cx="4387650" cy="45411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b="1" dirty="0"/>
          </a:p>
          <a:p>
            <a:pPr algn="ctr"/>
            <a:r>
              <a:rPr lang="en-IN" sz="1400" b="1" dirty="0"/>
              <a:t>SEGMENT 1 </a:t>
            </a:r>
          </a:p>
          <a:p>
            <a:pPr algn="ctr"/>
            <a:r>
              <a:rPr lang="en-IN" sz="1400" b="1" dirty="0"/>
              <a:t>HIGH WISHLIST USAGE+ LOW CONVERSION</a:t>
            </a:r>
          </a:p>
          <a:p>
            <a:pPr algn="ctr"/>
            <a:r>
              <a:rPr lang="en-IN" sz="1400" dirty="0"/>
              <a:t>"I want it, but I'm not confident enough.“</a:t>
            </a:r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480A0E-930F-4C34-5169-609D1D21622A}"/>
              </a:ext>
            </a:extLst>
          </p:cNvPr>
          <p:cNvSpPr/>
          <p:nvPr/>
        </p:nvSpPr>
        <p:spPr>
          <a:xfrm>
            <a:off x="8390004" y="437392"/>
            <a:ext cx="3666825" cy="45411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SEGMENT 3</a:t>
            </a:r>
          </a:p>
          <a:p>
            <a:pPr algn="ctr"/>
            <a:r>
              <a:rPr lang="en-IN" sz="1400" b="1" dirty="0"/>
              <a:t>LOW/NON WISHLIST USERS</a:t>
            </a:r>
          </a:p>
          <a:p>
            <a:pPr algn="ctr"/>
            <a:r>
              <a:rPr lang="en-IN" sz="1400" dirty="0"/>
              <a:t>"Wishlist isn't central to their journey.“</a:t>
            </a:r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3D27B7-68F6-B8DB-A0FC-8906E0255199}"/>
              </a:ext>
            </a:extLst>
          </p:cNvPr>
          <p:cNvSpPr/>
          <p:nvPr/>
        </p:nvSpPr>
        <p:spPr>
          <a:xfrm>
            <a:off x="4494563" y="437393"/>
            <a:ext cx="3833360" cy="45411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SEGMENT 2</a:t>
            </a:r>
          </a:p>
          <a:p>
            <a:pPr algn="ctr"/>
            <a:r>
              <a:rPr lang="en-IN" sz="1400" b="1" dirty="0"/>
              <a:t>HIGH WISHLIST USAGE+ HIGH CONVERSION</a:t>
            </a:r>
          </a:p>
          <a:p>
            <a:pPr algn="ctr"/>
            <a:r>
              <a:rPr lang="en-IN" sz="1400" dirty="0"/>
              <a:t>"What are they doing differently?“</a:t>
            </a:r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  <a:p>
            <a:pPr algn="ctr"/>
            <a:endParaRPr lang="en-IN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C4465-3222-F76A-AAF8-5D21E6B55C71}"/>
              </a:ext>
            </a:extLst>
          </p:cNvPr>
          <p:cNvSpPr txBox="1"/>
          <p:nvPr/>
        </p:nvSpPr>
        <p:spPr>
          <a:xfrm>
            <a:off x="67706" y="1131953"/>
            <a:ext cx="45867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Who are they?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Wishlist items regularly and repeatedly, don't delete them.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Rarely complete a purchase from what they save.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Sit </a:t>
            </a:r>
            <a:r>
              <a:rPr lang="en-IN" sz="1400" i="1" dirty="0"/>
              <a:t>inside</a:t>
            </a:r>
            <a:r>
              <a:rPr lang="en-IN" sz="1400" dirty="0"/>
              <a:t> the North Star's denominator (they have </a:t>
            </a:r>
            <a:r>
              <a:rPr lang="en-IN" sz="1400" dirty="0" err="1"/>
              <a:t>wishlist</a:t>
            </a:r>
            <a:r>
              <a:rPr lang="en-IN" sz="1400" dirty="0"/>
              <a:t> activity) but </a:t>
            </a:r>
            <a:r>
              <a:rPr lang="en-IN" sz="1400" i="1" dirty="0"/>
              <a:t>outside</a:t>
            </a:r>
            <a:r>
              <a:rPr lang="en-IN" sz="1400" dirty="0"/>
              <a:t> its numerator (they don't convert).</a:t>
            </a:r>
          </a:p>
          <a:p>
            <a:r>
              <a:rPr lang="en-IN" sz="1400" b="1" dirty="0"/>
              <a:t>Current Behaviour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Adds items to </a:t>
            </a:r>
            <a:r>
              <a:rPr lang="en-IN" sz="1400" dirty="0" err="1"/>
              <a:t>wishlist</a:t>
            </a:r>
            <a:r>
              <a:rPr lang="en-IN" sz="1400" dirty="0"/>
              <a:t>, opens it repeatedly over days or weeks.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Compares it against similar options, sometimes checks reviews.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Leaves the item </a:t>
            </a:r>
            <a:r>
              <a:rPr lang="en-IN" sz="1400" dirty="0" err="1"/>
              <a:t>wishlisted</a:t>
            </a:r>
            <a:r>
              <a:rPr lang="en-IN" sz="1400" dirty="0"/>
              <a:t> — no purchase, no deletion</a:t>
            </a:r>
          </a:p>
          <a:p>
            <a:endParaRPr lang="en-IN" sz="1400" b="1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0CA06C2-D89D-7556-680C-E86BC1106DF3}"/>
              </a:ext>
            </a:extLst>
          </p:cNvPr>
          <p:cNvSpPr/>
          <p:nvPr/>
        </p:nvSpPr>
        <p:spPr>
          <a:xfrm>
            <a:off x="100941" y="5077845"/>
            <a:ext cx="11830688" cy="15269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73FE62-FD9B-D212-D8D9-3404F65D4C14}"/>
              </a:ext>
            </a:extLst>
          </p:cNvPr>
          <p:cNvSpPr txBox="1"/>
          <p:nvPr/>
        </p:nvSpPr>
        <p:spPr>
          <a:xfrm>
            <a:off x="4688208" y="1277479"/>
            <a:ext cx="361827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Who are They?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Also </a:t>
            </a:r>
            <a:r>
              <a:rPr lang="en-IN" sz="1400" dirty="0" err="1"/>
              <a:t>wishlist</a:t>
            </a:r>
            <a:r>
              <a:rPr lang="en-IN" sz="1400" dirty="0"/>
              <a:t> heavily — same volume of intent as Segment 1.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But convert at a meaningfully higher rate.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Studying them tells us what already resolves the confidence gap, without us having to guess.</a:t>
            </a:r>
          </a:p>
          <a:p>
            <a:pPr lvl="0"/>
            <a:r>
              <a:rPr lang="en-IN" sz="1400" b="1" dirty="0"/>
              <a:t>Current Behaviour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Wishlists</a:t>
            </a:r>
            <a:r>
              <a:rPr lang="en-IN" sz="1400" dirty="0"/>
              <a:t> at the same rate as Segment 1.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Returns to the item once, sometimes twice  then decides.</a:t>
            </a:r>
          </a:p>
          <a:p>
            <a:pPr lvl="0"/>
            <a:endParaRPr lang="en-IN" sz="1400" b="1" dirty="0"/>
          </a:p>
          <a:p>
            <a:pPr lvl="0"/>
            <a:endParaRPr lang="en-IN" sz="1400" b="1" dirty="0"/>
          </a:p>
          <a:p>
            <a:pPr lvl="0"/>
            <a:endParaRPr lang="en-IN" sz="1400" dirty="0"/>
          </a:p>
          <a:p>
            <a:endParaRPr lang="en-IN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74B3C9-E165-41D4-D581-14F6ACCA4909}"/>
              </a:ext>
            </a:extLst>
          </p:cNvPr>
          <p:cNvSpPr txBox="1"/>
          <p:nvPr/>
        </p:nvSpPr>
        <p:spPr>
          <a:xfrm>
            <a:off x="8604716" y="1241010"/>
            <a:ext cx="327697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Who are they?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Rarely use the </a:t>
            </a:r>
            <a:r>
              <a:rPr lang="en-IN" sz="1400" dirty="0" err="1"/>
              <a:t>wishlist</a:t>
            </a:r>
            <a:r>
              <a:rPr lang="en-IN" sz="1400" dirty="0"/>
              <a:t> at all, regardless of whether they convert.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Buy directly or browse without saving.</a:t>
            </a:r>
          </a:p>
          <a:p>
            <a:r>
              <a:rPr lang="en-IN" sz="1400" b="1" dirty="0"/>
              <a:t>Current Behaviour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Buys directly, or browses without saving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Uses </a:t>
            </a:r>
            <a:r>
              <a:rPr lang="en-IN" sz="1400" dirty="0" err="1"/>
              <a:t>wishlist</a:t>
            </a:r>
            <a:r>
              <a:rPr lang="en-IN" sz="1400" dirty="0"/>
              <a:t> rarely, if at all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Doesn't treat it as part of their decision process</a:t>
            </a:r>
          </a:p>
          <a:p>
            <a:endParaRPr lang="en-IN" sz="1400" b="1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D2E928A-8297-A1A7-77EE-1DA970CE90AC}"/>
              </a:ext>
            </a:extLst>
          </p:cNvPr>
          <p:cNvSpPr/>
          <p:nvPr/>
        </p:nvSpPr>
        <p:spPr>
          <a:xfrm>
            <a:off x="260371" y="4005421"/>
            <a:ext cx="4040313" cy="69823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Biggest Pain Point:</a:t>
            </a:r>
            <a:r>
              <a:rPr lang="en-IN" sz="1400" dirty="0"/>
              <a:t> ⚠️ The last confidence check never happens. So the decision just stays open.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0CA5B52-17D7-F475-66B4-67DD6A457930}"/>
              </a:ext>
            </a:extLst>
          </p:cNvPr>
          <p:cNvSpPr/>
          <p:nvPr/>
        </p:nvSpPr>
        <p:spPr>
          <a:xfrm>
            <a:off x="8515203" y="3834213"/>
            <a:ext cx="3416426" cy="914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400" b="1" dirty="0"/>
          </a:p>
          <a:p>
            <a:r>
              <a:rPr lang="en-IN" sz="1400" b="1" dirty="0"/>
              <a:t>Why Not Selected: </a:t>
            </a:r>
            <a:r>
              <a:rPr lang="en-IN" sz="1400" dirty="0"/>
              <a:t>Blocker sits before the </a:t>
            </a:r>
            <a:r>
              <a:rPr lang="en-IN" sz="1400" dirty="0" err="1"/>
              <a:t>wishlist</a:t>
            </a:r>
            <a:r>
              <a:rPr lang="en-IN" sz="1400" dirty="0"/>
              <a:t>, not after. No </a:t>
            </a:r>
            <a:r>
              <a:rPr lang="en-IN" sz="1400" dirty="0" err="1"/>
              <a:t>wishlist</a:t>
            </a:r>
            <a:r>
              <a:rPr lang="en-IN" sz="1400" dirty="0"/>
              <a:t> means nothing to convert — outside the North Star entirely.</a:t>
            </a:r>
          </a:p>
          <a:p>
            <a:pPr algn="ctr"/>
            <a:endParaRPr lang="en-IN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75A73F2-7CA7-9F58-A4AA-D133F324B8D4}"/>
              </a:ext>
            </a:extLst>
          </p:cNvPr>
          <p:cNvSpPr/>
          <p:nvPr/>
        </p:nvSpPr>
        <p:spPr>
          <a:xfrm>
            <a:off x="4636676" y="3834213"/>
            <a:ext cx="3648630" cy="914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b="1" dirty="0"/>
          </a:p>
          <a:p>
            <a:pPr algn="ctr"/>
            <a:r>
              <a:rPr lang="en-IN" sz="1400" b="1" dirty="0"/>
              <a:t>Why Not Selected: </a:t>
            </a:r>
            <a:r>
              <a:rPr lang="en-IN" sz="1400" dirty="0"/>
              <a:t>Already converts well — not the problem, the benchmark. Their </a:t>
            </a:r>
            <a:r>
              <a:rPr lang="en-IN" sz="1400" dirty="0" err="1"/>
              <a:t>behavior</a:t>
            </a:r>
            <a:r>
              <a:rPr lang="en-IN" sz="1400" dirty="0"/>
              <a:t> shows the fix, not the gap. Used for comparison, not investigation.</a:t>
            </a:r>
          </a:p>
          <a:p>
            <a:pPr algn="ctr"/>
            <a:endParaRPr lang="en-IN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0523F9-9995-75F8-3F04-EE8F159DDA07}"/>
              </a:ext>
            </a:extLst>
          </p:cNvPr>
          <p:cNvSpPr txBox="1"/>
          <p:nvPr/>
        </p:nvSpPr>
        <p:spPr>
          <a:xfrm>
            <a:off x="209941" y="5077845"/>
            <a:ext cx="2271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WHY THIS SEGMENT</a:t>
            </a:r>
            <a:endParaRPr lang="en-IN" sz="1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6A23C9-0E06-89AF-A329-A7A380CBE019}"/>
              </a:ext>
            </a:extLst>
          </p:cNvPr>
          <p:cNvSpPr txBox="1"/>
          <p:nvPr/>
        </p:nvSpPr>
        <p:spPr>
          <a:xfrm>
            <a:off x="218580" y="5319178"/>
            <a:ext cx="35599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Already active, not converting.</a:t>
            </a:r>
            <a:r>
              <a:rPr lang="en-IN" sz="1400" dirty="0"/>
              <a:t> Inside the metric's denominator, outside its numerator — every case we resolve moves it directly..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C7A40DE-EF7F-079D-877B-D9B21F2CEA6A}"/>
              </a:ext>
            </a:extLst>
          </p:cNvPr>
          <p:cNvCxnSpPr>
            <a:cxnSpLocks/>
          </p:cNvCxnSpPr>
          <p:nvPr/>
        </p:nvCxnSpPr>
        <p:spPr>
          <a:xfrm>
            <a:off x="3761967" y="5535800"/>
            <a:ext cx="0" cy="797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64274C3-3E68-4086-880A-5B0055E9D40A}"/>
              </a:ext>
            </a:extLst>
          </p:cNvPr>
          <p:cNvSpPr txBox="1"/>
          <p:nvPr/>
        </p:nvSpPr>
        <p:spPr>
          <a:xfrm>
            <a:off x="3895762" y="5248993"/>
            <a:ext cx="30029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Largest signal in the data.</a:t>
            </a:r>
            <a:r>
              <a:rPr lang="en-IN" sz="1400" dirty="0"/>
              <a:t> Fit, fabric, and photo-reality doubt — the engine's top 3 themes — sit exactly here.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E49A75C-EF6B-9B3B-A439-D6809F16407C}"/>
              </a:ext>
            </a:extLst>
          </p:cNvPr>
          <p:cNvCxnSpPr>
            <a:cxnSpLocks/>
          </p:cNvCxnSpPr>
          <p:nvPr/>
        </p:nvCxnSpPr>
        <p:spPr>
          <a:xfrm>
            <a:off x="6895022" y="5478426"/>
            <a:ext cx="0" cy="797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4534A9-7B6F-7DF5-E730-F154C0CE5460}"/>
              </a:ext>
            </a:extLst>
          </p:cNvPr>
          <p:cNvCxnSpPr>
            <a:cxnSpLocks/>
          </p:cNvCxnSpPr>
          <p:nvPr/>
        </p:nvCxnSpPr>
        <p:spPr>
          <a:xfrm>
            <a:off x="9713204" y="5478427"/>
            <a:ext cx="0" cy="797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3397B18-2709-3C5F-A8FF-F22AED60EB52}"/>
              </a:ext>
            </a:extLst>
          </p:cNvPr>
          <p:cNvSpPr txBox="1"/>
          <p:nvPr/>
        </p:nvSpPr>
        <p:spPr>
          <a:xfrm>
            <a:off x="7031840" y="5242145"/>
            <a:ext cx="25921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Trust already exists.</a:t>
            </a:r>
            <a:r>
              <a:rPr lang="en-IN" sz="1400" dirty="0"/>
              <a:t> They save and return often enough to prove the brand isn't the block — the decision is.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958721-C017-889E-33BA-C7D83AE6B54A}"/>
              </a:ext>
            </a:extLst>
          </p:cNvPr>
          <p:cNvSpPr txBox="1"/>
          <p:nvPr/>
        </p:nvSpPr>
        <p:spPr>
          <a:xfrm>
            <a:off x="9830485" y="5242145"/>
            <a:ext cx="20180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Highest business impact.</a:t>
            </a:r>
            <a:r>
              <a:rPr lang="en-IN" sz="1400" dirty="0"/>
              <a:t> Converts demand already generated. No new spend, no discount — just closing what's already open.</a:t>
            </a:r>
          </a:p>
        </p:txBody>
      </p:sp>
    </p:spTree>
    <p:extLst>
      <p:ext uri="{BB962C8B-B14F-4D97-AF65-F5344CB8AC3E}">
        <p14:creationId xmlns:p14="http://schemas.microsoft.com/office/powerpoint/2010/main" val="251746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BEBE66-20CB-2506-E696-090D99ECB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39186"/>
              </p:ext>
            </p:extLst>
          </p:nvPr>
        </p:nvGraphicFramePr>
        <p:xfrm>
          <a:off x="0" y="469231"/>
          <a:ext cx="10884311" cy="33593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8252">
                  <a:extLst>
                    <a:ext uri="{9D8B030D-6E8A-4147-A177-3AD203B41FA5}">
                      <a16:colId xmlns:a16="http://schemas.microsoft.com/office/drawing/2014/main" val="1171902788"/>
                    </a:ext>
                  </a:extLst>
                </a:gridCol>
                <a:gridCol w="6269634">
                  <a:extLst>
                    <a:ext uri="{9D8B030D-6E8A-4147-A177-3AD203B41FA5}">
                      <a16:colId xmlns:a16="http://schemas.microsoft.com/office/drawing/2014/main" val="4276279210"/>
                    </a:ext>
                  </a:extLst>
                </a:gridCol>
                <a:gridCol w="2966425">
                  <a:extLst>
                    <a:ext uri="{9D8B030D-6E8A-4147-A177-3AD203B41FA5}">
                      <a16:colId xmlns:a16="http://schemas.microsoft.com/office/drawing/2014/main" val="177850609"/>
                    </a:ext>
                  </a:extLst>
                </a:gridCol>
              </a:tblGrid>
              <a:tr h="311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HYPOTHESIS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EXPLANATION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ENGINE SIGNAL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83387"/>
                  </a:ext>
                </a:extLst>
              </a:tr>
              <a:tr h="602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H1 — The doubt has a name, not a shrug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Users </a:t>
                      </a:r>
                      <a:r>
                        <a:rPr lang="en-IN" sz="1400" dirty="0" err="1"/>
                        <a:t>wishlist</a:t>
                      </a:r>
                      <a:r>
                        <a:rPr lang="en-IN" sz="1400" dirty="0"/>
                        <a:t> items they already like, so the block isn't desire — it's a specific, nameable doubt: how the fabric feels, whether the size will hold, or if it matches the photo.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68%</a:t>
                      </a:r>
                      <a:r>
                        <a:rPr lang="en-IN" sz="1400"/>
                        <a:t> Fit &amp; Sizing + </a:t>
                      </a:r>
                      <a:r>
                        <a:rPr lang="en-IN" sz="1400" b="1"/>
                        <a:t>13%</a:t>
                      </a:r>
                      <a:r>
                        <a:rPr lang="en-IN" sz="1400"/>
                        <a:t> Fabric Quality + </a:t>
                      </a:r>
                      <a:r>
                        <a:rPr lang="en-IN" sz="1400" b="1"/>
                        <a:t>10%</a:t>
                      </a:r>
                      <a:r>
                        <a:rPr lang="en-IN" sz="1400"/>
                        <a:t> Photo vs Reality are the strongest friction signals.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637267"/>
                  </a:ext>
                </a:extLst>
              </a:tr>
              <a:tr h="1319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H2 — Confidence gets built off the app, not on it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When doubt hits, users don't always stay on Myntra to resolve it — they may seek reassurance through Reddit, YouTube, creators, or other people's opinions before completing the purchase.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82%</a:t>
                      </a:r>
                      <a:r>
                        <a:rPr lang="en-IN" sz="1400"/>
                        <a:t> of classified intent signals are </a:t>
                      </a:r>
                      <a:r>
                        <a:rPr lang="en-IN" sz="1400" b="1"/>
                        <a:t>high intent but blocked by uncertainty</a:t>
                      </a:r>
                      <a:r>
                        <a:rPr lang="en-IN" sz="1400"/>
                        <a:t>. The engine identifies the confidence gap, but </a:t>
                      </a:r>
                      <a:r>
                        <a:rPr lang="en-IN" sz="1400" b="1"/>
                        <a:t>does not establish where users resolve it</a:t>
                      </a:r>
                      <a:r>
                        <a:rPr lang="en-IN" sz="1400"/>
                        <a:t> — this is what primary research must test.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427211"/>
                  </a:ext>
                </a:extLst>
              </a:tr>
              <a:tr h="602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H3 — The </a:t>
                      </a:r>
                      <a:r>
                        <a:rPr lang="en-IN" sz="1400" b="1" dirty="0" err="1"/>
                        <a:t>wishlist</a:t>
                      </a:r>
                      <a:r>
                        <a:rPr lang="en-IN" sz="1400" b="1" dirty="0"/>
                        <a:t> is a parking lot for decisions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Saving an item does not always mean the user intends to buy it immediately. Some users save for a future occasion, wait for the right moment, or keep items for comparison.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10%</a:t>
                      </a:r>
                      <a:r>
                        <a:rPr lang="en-IN" sz="1400" dirty="0"/>
                        <a:t> wait for an occasion, </a:t>
                      </a:r>
                      <a:r>
                        <a:rPr lang="en-IN" sz="1400" b="1" dirty="0"/>
                        <a:t>7%</a:t>
                      </a:r>
                      <a:r>
                        <a:rPr lang="en-IN" sz="1400" dirty="0"/>
                        <a:t> monitor price drops, and </a:t>
                      </a:r>
                      <a:r>
                        <a:rPr lang="en-IN" sz="1400" b="1" dirty="0"/>
                        <a:t>1%</a:t>
                      </a:r>
                      <a:r>
                        <a:rPr lang="en-IN" sz="1400" dirty="0"/>
                        <a:t> save for inspiration/bookmarking.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40682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AB65026-1F56-A4C7-87FD-422569AA0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5718"/>
            <a:ext cx="2811250" cy="2735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0E3B37-446A-35E8-577F-BF5D47202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039" y="4047433"/>
            <a:ext cx="3351444" cy="24345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CCB944-9A88-C496-C131-DED95C13D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518" y="4047433"/>
            <a:ext cx="2811250" cy="2571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5E3493-A115-B7D3-0A81-745B34191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0751" y="4075169"/>
            <a:ext cx="2582649" cy="219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5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333095-B0D1-98EF-8160-BF7D77FE5B18}"/>
              </a:ext>
            </a:extLst>
          </p:cNvPr>
          <p:cNvSpPr/>
          <p:nvPr/>
        </p:nvSpPr>
        <p:spPr>
          <a:xfrm>
            <a:off x="226142" y="294968"/>
            <a:ext cx="3569109" cy="32643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WHAT IS THE TRUE PROBLEM?</a:t>
            </a:r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1CA911-80E2-05D6-31B5-504246ABEB8D}"/>
              </a:ext>
            </a:extLst>
          </p:cNvPr>
          <p:cNvSpPr/>
          <p:nvPr/>
        </p:nvSpPr>
        <p:spPr>
          <a:xfrm>
            <a:off x="7384025" y="3706761"/>
            <a:ext cx="4581831" cy="289068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WHY SHOULD WE SOLVE THIS PROBLEM?</a:t>
            </a:r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IN" sz="14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2E8799-1A9F-9B56-0D7E-1F2CBADEAD7F}"/>
              </a:ext>
            </a:extLst>
          </p:cNvPr>
          <p:cNvSpPr/>
          <p:nvPr/>
        </p:nvSpPr>
        <p:spPr>
          <a:xfrm>
            <a:off x="7177549" y="294967"/>
            <a:ext cx="4572000" cy="32643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HOW DO WE KNOW IT’S REAL?</a:t>
            </a:r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5B0C9C-17BF-B435-96BE-AB6467CDA1BE}"/>
              </a:ext>
            </a:extLst>
          </p:cNvPr>
          <p:cNvSpPr/>
          <p:nvPr/>
        </p:nvSpPr>
        <p:spPr>
          <a:xfrm>
            <a:off x="3883742" y="294967"/>
            <a:ext cx="3205316" cy="32643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WHO IS FACING THE PROBLEM?</a:t>
            </a:r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  <a:p>
            <a:pPr algn="ctr"/>
            <a:endParaRPr lang="en-IN" sz="14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0E84E7-E2A5-7151-7F7F-00FF9008BFBA}"/>
              </a:ext>
            </a:extLst>
          </p:cNvPr>
          <p:cNvSpPr/>
          <p:nvPr/>
        </p:nvSpPr>
        <p:spPr>
          <a:xfrm>
            <a:off x="314633" y="3706761"/>
            <a:ext cx="6862916" cy="28906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WHAT IS SOLVING THIS PROBLEM?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3FDF26-B24B-1AC7-E9E6-54DFBAB1EECF}"/>
              </a:ext>
            </a:extLst>
          </p:cNvPr>
          <p:cNvCxnSpPr/>
          <p:nvPr/>
        </p:nvCxnSpPr>
        <p:spPr>
          <a:xfrm>
            <a:off x="3706761" y="4454013"/>
            <a:ext cx="0" cy="1543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0A99F96-C492-73A3-EB4E-28C7C995A963}"/>
              </a:ext>
            </a:extLst>
          </p:cNvPr>
          <p:cNvSpPr txBox="1"/>
          <p:nvPr/>
        </p:nvSpPr>
        <p:spPr>
          <a:xfrm>
            <a:off x="786581" y="4300124"/>
            <a:ext cx="2448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                  FOR USERS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210367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AAE3A18-472C-BDCF-0D08-9B7CF7AC7D7B}"/>
              </a:ext>
            </a:extLst>
          </p:cNvPr>
          <p:cNvSpPr/>
          <p:nvPr/>
        </p:nvSpPr>
        <p:spPr>
          <a:xfrm>
            <a:off x="3982065" y="452283"/>
            <a:ext cx="3687099" cy="43655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AADC4E-B514-0DCA-4255-2B7D1B5FCBF7}"/>
              </a:ext>
            </a:extLst>
          </p:cNvPr>
          <p:cNvSpPr/>
          <p:nvPr/>
        </p:nvSpPr>
        <p:spPr>
          <a:xfrm>
            <a:off x="275303" y="452285"/>
            <a:ext cx="3519949" cy="43655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C37E7A-2883-0841-AADA-0DB415DD9040}"/>
              </a:ext>
            </a:extLst>
          </p:cNvPr>
          <p:cNvSpPr/>
          <p:nvPr/>
        </p:nvSpPr>
        <p:spPr>
          <a:xfrm>
            <a:off x="7944464" y="452283"/>
            <a:ext cx="3903407" cy="43655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135BE-D06D-D304-0C46-8A3DD911D618}"/>
              </a:ext>
            </a:extLst>
          </p:cNvPr>
          <p:cNvSpPr txBox="1"/>
          <p:nvPr/>
        </p:nvSpPr>
        <p:spPr>
          <a:xfrm>
            <a:off x="275303" y="4896464"/>
            <a:ext cx="181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Prioritize the Solution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9712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1133</Words>
  <Application>Microsoft Office PowerPoint</Application>
  <PresentationFormat>Widescreen</PresentationFormat>
  <Paragraphs>239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Myntra Wishlist The Demand Already Exists. The Conversion Doesn't.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Jain</dc:creator>
  <cp:lastModifiedBy>Shruti Jain</cp:lastModifiedBy>
  <cp:revision>1</cp:revision>
  <dcterms:created xsi:type="dcterms:W3CDTF">2026-08-22T09:56:13Z</dcterms:created>
  <dcterms:modified xsi:type="dcterms:W3CDTF">2026-08-26T18:08:55Z</dcterms:modified>
</cp:coreProperties>
</file>